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ssistant Medium"/>
      <p:regular r:id="rId18"/>
      <p:bold r:id="rId19"/>
    </p:embeddedFont>
    <p:embeddedFont>
      <p:font typeface="DM Sans Medium"/>
      <p:regular r:id="rId20"/>
      <p:bold r:id="rId21"/>
      <p:italic r:id="rId22"/>
      <p:boldItalic r:id="rId23"/>
    </p:embeddedFont>
    <p:embeddedFont>
      <p:font typeface="Turret Road ExtraBold"/>
      <p:bold r:id="rId24"/>
    </p:embeddedFont>
    <p:embeddedFont>
      <p:font typeface="Montserrat Medium"/>
      <p:regular r:id="rId25"/>
      <p:bold r:id="rId26"/>
      <p:italic r:id="rId27"/>
      <p:boldItalic r:id="rId28"/>
    </p:embeddedFont>
    <p:embeddedFont>
      <p:font typeface="Kanit SemiBold"/>
      <p:regular r:id="rId29"/>
      <p:bold r:id="rId30"/>
      <p:italic r:id="rId31"/>
      <p:boldItalic r:id="rId32"/>
    </p:embeddedFont>
    <p:embeddedFont>
      <p:font typeface="Assistant"/>
      <p:regular r:id="rId33"/>
      <p:bold r:id="rId34"/>
    </p:embeddedFont>
    <p:embeddedFont>
      <p:font typeface="Turret Road"/>
      <p:regular r:id="rId35"/>
      <p:bold r:id="rId36"/>
    </p:embeddedFont>
    <p:embeddedFont>
      <p:font typeface="Crimson Tex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892BA1-D4C1-4544-9CDE-01CBF7CA1B92}">
  <a:tblStyle styleId="{2A892BA1-D4C1-4544-9CDE-01CBF7CA1B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rimsonText-boldItalic.fntdata"/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TurretRoadExtraBold-bold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Kani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KanitSemiBold-italic.fntdata"/><Relationship Id="rId30" Type="http://schemas.openxmlformats.org/officeDocument/2006/relationships/font" Target="fonts/KanitSemiBold-bold.fntdata"/><Relationship Id="rId11" Type="http://schemas.openxmlformats.org/officeDocument/2006/relationships/slide" Target="slides/slide5.xml"/><Relationship Id="rId33" Type="http://schemas.openxmlformats.org/officeDocument/2006/relationships/font" Target="fonts/Assistant-regular.fntdata"/><Relationship Id="rId10" Type="http://schemas.openxmlformats.org/officeDocument/2006/relationships/slide" Target="slides/slide4.xml"/><Relationship Id="rId32" Type="http://schemas.openxmlformats.org/officeDocument/2006/relationships/font" Target="fonts/Kanit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TurretRoad-regular.fntdata"/><Relationship Id="rId12" Type="http://schemas.openxmlformats.org/officeDocument/2006/relationships/slide" Target="slides/slide6.xml"/><Relationship Id="rId34" Type="http://schemas.openxmlformats.org/officeDocument/2006/relationships/font" Target="fonts/Assistant-bold.fntdata"/><Relationship Id="rId15" Type="http://schemas.openxmlformats.org/officeDocument/2006/relationships/slide" Target="slides/slide9.xml"/><Relationship Id="rId37" Type="http://schemas.openxmlformats.org/officeDocument/2006/relationships/font" Target="fonts/CrimsonText-regular.fntdata"/><Relationship Id="rId14" Type="http://schemas.openxmlformats.org/officeDocument/2006/relationships/slide" Target="slides/slide8.xml"/><Relationship Id="rId36" Type="http://schemas.openxmlformats.org/officeDocument/2006/relationships/font" Target="fonts/TurretRoad-bold.fntdata"/><Relationship Id="rId17" Type="http://schemas.openxmlformats.org/officeDocument/2006/relationships/slide" Target="slides/slide11.xml"/><Relationship Id="rId39" Type="http://schemas.openxmlformats.org/officeDocument/2006/relationships/font" Target="fonts/CrimsonText-italic.fntdata"/><Relationship Id="rId16" Type="http://schemas.openxmlformats.org/officeDocument/2006/relationships/slide" Target="slides/slide10.xml"/><Relationship Id="rId38" Type="http://schemas.openxmlformats.org/officeDocument/2006/relationships/font" Target="fonts/CrimsonText-bold.fntdata"/><Relationship Id="rId19" Type="http://schemas.openxmlformats.org/officeDocument/2006/relationships/font" Target="fonts/AssistantMedium-bold.fntdata"/><Relationship Id="rId18" Type="http://schemas.openxmlformats.org/officeDocument/2006/relationships/font" Target="fonts/Assistan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1" name="Shape 4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3" name="Google Shape;48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9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gfde4e829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1" name="Google Shape;4871;gfde4e829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6" name="Shape 4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7" name="Google Shape;4877;gfde4e8293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8" name="Google Shape;4878;gfde4e8293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1" name="Shape 4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2" name="Google Shape;4882;gfde4e8293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3" name="Google Shape;4883;gfde4e8293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7" name="Shape 4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8" name="Google Shape;4888;gfde4e82937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9" name="Google Shape;4889;gfde4e82937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8" name="Shape 4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9" name="Google Shape;4899;g396a436f5e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0" name="Google Shape;4900;g396a436f5e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7" name="Shape 4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8" name="Google Shape;4958;g396a436f5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9" name="Google Shape;4959;g396a436f5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3" name="Shape 4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4" name="Google Shape;4964;gfde4e8293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5" name="Google Shape;4965;gfde4e8293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9" name="Shape 4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0" name="Google Shape;4970;gfde4e8293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1" name="Google Shape;4971;gfde4e8293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2" name="Shape 4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3" name="Google Shape;4983;g396a436f5e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4" name="Google Shape;4984;g396a436f5e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6" name="Shape 4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" name="Google Shape;4997;gfde4e8293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8" name="Google Shape;4998;gfde4e8293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" name="Google Shape;56;p2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" name="Google Shape;57;p2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" name="Google Shape;79;p2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" name="Google Shape;80;p2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2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3" name="Google Shape;103;p2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104" name="Google Shape;104;p2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2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2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2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2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2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2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2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2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2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2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2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2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2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2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2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" name="Google Shape;120;p2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2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2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2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2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2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2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2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2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2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2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2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2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2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2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2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2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2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2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2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2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2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2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2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2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2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2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2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2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2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2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2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2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" name="Google Shape;153;p2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" name="Google Shape;154;p2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2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" name="Google Shape;156;p2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2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" name="Google Shape;158;p2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2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2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2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" name="Google Shape;162;p2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" name="Google Shape;163;p2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" name="Google Shape;164;p2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2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2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2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2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2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2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2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2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2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2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2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2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2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2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2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2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2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2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2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2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2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2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2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2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" name="Google Shape;193;p2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2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2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6" name="Google Shape;196;p2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2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"/>
          <p:cNvSpPr/>
          <p:nvPr/>
        </p:nvSpPr>
        <p:spPr>
          <a:xfrm>
            <a:off x="7245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"/>
          <p:cNvSpPr/>
          <p:nvPr/>
        </p:nvSpPr>
        <p:spPr>
          <a:xfrm rot="-5400000">
            <a:off x="5694338" y="9196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"/>
          <p:cNvSpPr/>
          <p:nvPr/>
        </p:nvSpPr>
        <p:spPr>
          <a:xfrm>
            <a:off x="18393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"/>
          <p:cNvSpPr/>
          <p:nvPr/>
        </p:nvSpPr>
        <p:spPr>
          <a:xfrm rot="-5400000">
            <a:off x="6041850" y="9196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"/>
          <p:cNvSpPr/>
          <p:nvPr/>
        </p:nvSpPr>
        <p:spPr>
          <a:xfrm rot="-5400000">
            <a:off x="6389363" y="9196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"/>
          <p:cNvSpPr/>
          <p:nvPr/>
        </p:nvSpPr>
        <p:spPr>
          <a:xfrm>
            <a:off x="689117" y="148831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"/>
          <p:cNvSpPr/>
          <p:nvPr/>
        </p:nvSpPr>
        <p:spPr>
          <a:xfrm>
            <a:off x="689117" y="1872365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"/>
          <p:cNvSpPr/>
          <p:nvPr/>
        </p:nvSpPr>
        <p:spPr>
          <a:xfrm>
            <a:off x="689117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"/>
          <p:cNvSpPr/>
          <p:nvPr/>
        </p:nvSpPr>
        <p:spPr>
          <a:xfrm>
            <a:off x="689117" y="2637192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"/>
          <p:cNvSpPr/>
          <p:nvPr/>
        </p:nvSpPr>
        <p:spPr>
          <a:xfrm>
            <a:off x="689117" y="3021243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"/>
          <p:cNvSpPr/>
          <p:nvPr/>
        </p:nvSpPr>
        <p:spPr>
          <a:xfrm>
            <a:off x="8050667" y="1488314"/>
            <a:ext cx="404216" cy="233847"/>
          </a:xfrm>
          <a:custGeom>
            <a:rect b="b" l="l" r="r" t="t"/>
            <a:pathLst>
              <a:path extrusionOk="0" h="2284" w="3948">
                <a:moveTo>
                  <a:pt x="1175" y="0"/>
                </a:moveTo>
                <a:cubicBezTo>
                  <a:pt x="523" y="0"/>
                  <a:pt x="1" y="522"/>
                  <a:pt x="1" y="1142"/>
                </a:cubicBezTo>
                <a:cubicBezTo>
                  <a:pt x="1" y="1794"/>
                  <a:pt x="523" y="2284"/>
                  <a:pt x="1142" y="2284"/>
                </a:cubicBezTo>
                <a:lnTo>
                  <a:pt x="3948" y="2284"/>
                </a:lnTo>
                <a:lnTo>
                  <a:pt x="3948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"/>
          <p:cNvSpPr/>
          <p:nvPr/>
        </p:nvSpPr>
        <p:spPr>
          <a:xfrm>
            <a:off x="8020668" y="1872365"/>
            <a:ext cx="434215" cy="233847"/>
          </a:xfrm>
          <a:custGeom>
            <a:rect b="b" l="l" r="r" t="t"/>
            <a:pathLst>
              <a:path extrusionOk="0" h="2284" w="4241">
                <a:moveTo>
                  <a:pt x="1468" y="1"/>
                </a:moveTo>
                <a:cubicBezTo>
                  <a:pt x="0" y="66"/>
                  <a:pt x="0" y="2186"/>
                  <a:pt x="1468" y="2284"/>
                </a:cubicBezTo>
                <a:lnTo>
                  <a:pt x="4241" y="2284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"/>
          <p:cNvSpPr/>
          <p:nvPr/>
        </p:nvSpPr>
        <p:spPr>
          <a:xfrm>
            <a:off x="8013911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534" y="1"/>
                </a:moveTo>
                <a:cubicBezTo>
                  <a:pt x="1" y="1"/>
                  <a:pt x="1" y="2284"/>
                  <a:pt x="1534" y="2284"/>
                </a:cubicBezTo>
                <a:lnTo>
                  <a:pt x="4307" y="2284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"/>
          <p:cNvSpPr/>
          <p:nvPr/>
        </p:nvSpPr>
        <p:spPr>
          <a:xfrm>
            <a:off x="8013911" y="2637192"/>
            <a:ext cx="440972" cy="237226"/>
          </a:xfrm>
          <a:custGeom>
            <a:rect b="b" l="l" r="r" t="t"/>
            <a:pathLst>
              <a:path extrusionOk="0" h="2317" w="4307">
                <a:moveTo>
                  <a:pt x="1534" y="1"/>
                </a:moveTo>
                <a:cubicBezTo>
                  <a:pt x="1" y="1"/>
                  <a:pt x="1" y="2317"/>
                  <a:pt x="1534" y="2317"/>
                </a:cubicBezTo>
                <a:lnTo>
                  <a:pt x="4307" y="2317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"/>
          <p:cNvSpPr/>
          <p:nvPr/>
        </p:nvSpPr>
        <p:spPr>
          <a:xfrm>
            <a:off x="8020668" y="3021243"/>
            <a:ext cx="434215" cy="237226"/>
          </a:xfrm>
          <a:custGeom>
            <a:rect b="b" l="l" r="r" t="t"/>
            <a:pathLst>
              <a:path extrusionOk="0" h="2317" w="4241">
                <a:moveTo>
                  <a:pt x="1468" y="1"/>
                </a:moveTo>
                <a:cubicBezTo>
                  <a:pt x="0" y="99"/>
                  <a:pt x="0" y="2219"/>
                  <a:pt x="1468" y="2317"/>
                </a:cubicBezTo>
                <a:lnTo>
                  <a:pt x="4241" y="2317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"/>
          <p:cNvSpPr txBox="1"/>
          <p:nvPr>
            <p:ph type="ctrTitle"/>
          </p:nvPr>
        </p:nvSpPr>
        <p:spPr>
          <a:xfrm>
            <a:off x="1773150" y="1185750"/>
            <a:ext cx="5597700" cy="26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7" name="Google Shape;217;p2"/>
          <p:cNvSpPr txBox="1"/>
          <p:nvPr>
            <p:ph idx="1" type="subTitle"/>
          </p:nvPr>
        </p:nvSpPr>
        <p:spPr>
          <a:xfrm>
            <a:off x="2134325" y="3787575"/>
            <a:ext cx="4875300" cy="336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18" name="Google Shape;218;p2"/>
          <p:cNvCxnSpPr/>
          <p:nvPr/>
        </p:nvCxnSpPr>
        <p:spPr>
          <a:xfrm>
            <a:off x="1869250" y="4750750"/>
            <a:ext cx="5435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3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221" name="Google Shape;221;p3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222" name="Google Shape;222;p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" name="Google Shape;228;p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" name="Google Shape;229;p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" name="Google Shape;230;p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" name="Google Shape;234;p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" name="Google Shape;239;p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" name="Google Shape;240;p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" name="Google Shape;241;p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5" name="Google Shape;245;p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" name="Google Shape;246;p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" name="Google Shape;247;p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" name="Google Shape;248;p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" name="Google Shape;251;p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" name="Google Shape;273;p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" name="Google Shape;277;p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" name="Google Shape;280;p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" name="Google Shape;285;p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" name="Google Shape;287;p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" name="Google Shape;288;p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" name="Google Shape;289;p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" name="Google Shape;290;p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" name="Google Shape;300;p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" name="Google Shape;303;p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" name="Google Shape;305;p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" name="Google Shape;308;p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" name="Google Shape;309;p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" name="Google Shape;310;p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" name="Google Shape;311;p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" name="Google Shape;312;p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" name="Google Shape;313;p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4" name="Google Shape;314;p3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315" name="Google Shape;315;p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" name="Google Shape;317;p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" name="Google Shape;318;p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" name="Google Shape;319;p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" name="Google Shape;321;p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" name="Google Shape;322;p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" name="Google Shape;323;p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" name="Google Shape;330;p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" name="Google Shape;331;p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" name="Google Shape;332;p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" name="Google Shape;333;p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" name="Google Shape;334;p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" name="Google Shape;335;p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" name="Google Shape;336;p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" name="Google Shape;337;p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" name="Google Shape;338;p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" name="Google Shape;339;p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" name="Google Shape;340;p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" name="Google Shape;341;p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" name="Google Shape;352;p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" name="Google Shape;354;p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" name="Google Shape;360;p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" name="Google Shape;361;p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" name="Google Shape;362;p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" name="Google Shape;364;p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" name="Google Shape;365;p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" name="Google Shape;366;p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" name="Google Shape;367;p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" name="Google Shape;368;p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" name="Google Shape;369;p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" name="Google Shape;370;p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" name="Google Shape;371;p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" name="Google Shape;372;p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" name="Google Shape;373;p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" name="Google Shape;375;p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" name="Google Shape;376;p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" name="Google Shape;377;p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" name="Google Shape;378;p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" name="Google Shape;379;p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" name="Google Shape;380;p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" name="Google Shape;381;p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" name="Google Shape;382;p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" name="Google Shape;383;p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" name="Google Shape;391;p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" name="Google Shape;393;p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" name="Google Shape;394;p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" name="Google Shape;405;p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" name="Google Shape;406;p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7" name="Google Shape;407;p3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3"/>
          <p:cNvSpPr/>
          <p:nvPr/>
        </p:nvSpPr>
        <p:spPr>
          <a:xfrm flipH="1" rot="5400000">
            <a:off x="5121407" y="44044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"/>
          <p:cNvSpPr/>
          <p:nvPr/>
        </p:nvSpPr>
        <p:spPr>
          <a:xfrm flipH="1" rot="5400000">
            <a:off x="4737356" y="44044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"/>
          <p:cNvSpPr/>
          <p:nvPr/>
        </p:nvSpPr>
        <p:spPr>
          <a:xfrm flipH="1" rot="5400000">
            <a:off x="4349926" y="437065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"/>
          <p:cNvSpPr/>
          <p:nvPr/>
        </p:nvSpPr>
        <p:spPr>
          <a:xfrm flipH="1" rot="5400000">
            <a:off x="3985891" y="453805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"/>
          <p:cNvSpPr/>
          <p:nvPr/>
        </p:nvSpPr>
        <p:spPr>
          <a:xfrm flipH="1" rot="5400000">
            <a:off x="3603426" y="455392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"/>
          <p:cNvSpPr/>
          <p:nvPr/>
        </p:nvSpPr>
        <p:spPr>
          <a:xfrm>
            <a:off x="476475" y="597400"/>
            <a:ext cx="8187600" cy="44499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1143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"/>
          <p:cNvSpPr/>
          <p:nvPr/>
        </p:nvSpPr>
        <p:spPr>
          <a:xfrm>
            <a:off x="7245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"/>
          <p:cNvSpPr/>
          <p:nvPr/>
        </p:nvSpPr>
        <p:spPr>
          <a:xfrm>
            <a:off x="18393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3"/>
          <p:cNvCxnSpPr/>
          <p:nvPr/>
        </p:nvCxnSpPr>
        <p:spPr>
          <a:xfrm>
            <a:off x="1865675" y="4739775"/>
            <a:ext cx="54051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"/>
          <p:cNvCxnSpPr/>
          <p:nvPr/>
        </p:nvCxnSpPr>
        <p:spPr>
          <a:xfrm>
            <a:off x="1865675" y="1159600"/>
            <a:ext cx="54051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"/>
          <p:cNvSpPr txBox="1"/>
          <p:nvPr>
            <p:ph type="title"/>
          </p:nvPr>
        </p:nvSpPr>
        <p:spPr>
          <a:xfrm>
            <a:off x="3572538" y="2007625"/>
            <a:ext cx="364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2" name="Google Shape;422;p3"/>
          <p:cNvSpPr txBox="1"/>
          <p:nvPr>
            <p:ph hasCustomPrompt="1" idx="2" type="title"/>
          </p:nvPr>
        </p:nvSpPr>
        <p:spPr>
          <a:xfrm>
            <a:off x="1924163" y="2062350"/>
            <a:ext cx="1591500" cy="11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3" name="Google Shape;423;p3"/>
          <p:cNvSpPr txBox="1"/>
          <p:nvPr>
            <p:ph idx="1" type="subTitle"/>
          </p:nvPr>
        </p:nvSpPr>
        <p:spPr>
          <a:xfrm>
            <a:off x="3572538" y="2849425"/>
            <a:ext cx="3644100" cy="26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4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426" name="Google Shape;426;p4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427" name="Google Shape;427;p4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4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4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" name="Google Shape;430;p4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" name="Google Shape;431;p4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4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" name="Google Shape;433;p4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" name="Google Shape;434;p4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" name="Google Shape;435;p4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" name="Google Shape;436;p4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" name="Google Shape;437;p4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" name="Google Shape;438;p4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" name="Google Shape;439;p4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" name="Google Shape;440;p4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" name="Google Shape;441;p4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4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4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4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4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4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4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4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4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4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4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4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4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4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" name="Google Shape;455;p4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" name="Google Shape;456;p4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4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4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" name="Google Shape;459;p4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" name="Google Shape;460;p4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" name="Google Shape;461;p4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" name="Google Shape;462;p4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4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" name="Google Shape;464;p4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" name="Google Shape;465;p4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" name="Google Shape;466;p4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" name="Google Shape;467;p4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" name="Google Shape;468;p4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" name="Google Shape;469;p4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" name="Google Shape;470;p4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4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4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4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4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" name="Google Shape;475;p4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4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4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4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4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4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4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4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4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4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4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" name="Google Shape;486;p4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4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4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4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Google Shape;490;p4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4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4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4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4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4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" name="Google Shape;496;p4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" name="Google Shape;497;p4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8" name="Google Shape;498;p4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" name="Google Shape;499;p4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4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" name="Google Shape;501;p4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4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4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" name="Google Shape;504;p4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" name="Google Shape;505;p4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4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4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4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9" name="Google Shape;509;p4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0" name="Google Shape;510;p4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4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4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" name="Google Shape;513;p4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4" name="Google Shape;514;p4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4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6" name="Google Shape;516;p4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7" name="Google Shape;517;p4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4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9" name="Google Shape;519;p4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520" name="Google Shape;520;p4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" name="Google Shape;521;p4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4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4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4" name="Google Shape;524;p4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5" name="Google Shape;525;p4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4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4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4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4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4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4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4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4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4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4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4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4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4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4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4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" name="Google Shape;541;p4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" name="Google Shape;542;p4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4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4" name="Google Shape;544;p4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5" name="Google Shape;545;p4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4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4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8" name="Google Shape;548;p4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" name="Google Shape;549;p4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4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" name="Google Shape;551;p4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" name="Google Shape;552;p4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" name="Google Shape;553;p4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" name="Google Shape;554;p4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5" name="Google Shape;555;p4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4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4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4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4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4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" name="Google Shape;561;p4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" name="Google Shape;562;p4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" name="Google Shape;563;p4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" name="Google Shape;564;p4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4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6" name="Google Shape;566;p4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4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4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9" name="Google Shape;569;p4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0" name="Google Shape;570;p4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1" name="Google Shape;571;p4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" name="Google Shape;572;p4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4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" name="Google Shape;574;p4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4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4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4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" name="Google Shape;578;p4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" name="Google Shape;579;p4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" name="Google Shape;580;p4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4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" name="Google Shape;582;p4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" name="Google Shape;583;p4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4" name="Google Shape;584;p4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5" name="Google Shape;585;p4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" name="Google Shape;586;p4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" name="Google Shape;587;p4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8" name="Google Shape;588;p4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" name="Google Shape;589;p4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" name="Google Shape;590;p4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1" name="Google Shape;591;p4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2" name="Google Shape;592;p4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" name="Google Shape;593;p4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" name="Google Shape;594;p4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5" name="Google Shape;595;p4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4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4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4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4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4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4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4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3" name="Google Shape;603;p4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4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4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4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7" name="Google Shape;607;p4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4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" name="Google Shape;609;p4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0" name="Google Shape;610;p4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4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12" name="Google Shape;612;p4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6" name="Google Shape;616;p4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18" name="Google Shape;618;p4"/>
          <p:cNvSpPr txBox="1"/>
          <p:nvPr>
            <p:ph idx="1" type="body"/>
          </p:nvPr>
        </p:nvSpPr>
        <p:spPr>
          <a:xfrm>
            <a:off x="621100" y="1152475"/>
            <a:ext cx="790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5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621" name="Google Shape;621;p5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622" name="Google Shape;622;p5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3" name="Google Shape;623;p5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4" name="Google Shape;624;p5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" name="Google Shape;625;p5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" name="Google Shape;626;p5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" name="Google Shape;627;p5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" name="Google Shape;628;p5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" name="Google Shape;629;p5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" name="Google Shape;630;p5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" name="Google Shape;631;p5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2" name="Google Shape;632;p5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" name="Google Shape;633;p5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4" name="Google Shape;634;p5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5" name="Google Shape;635;p5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" name="Google Shape;636;p5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" name="Google Shape;637;p5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Google Shape;638;p5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5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5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5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" name="Google Shape;642;p5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" name="Google Shape;643;p5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" name="Google Shape;644;p5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5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5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5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5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5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" name="Google Shape;650;p5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1" name="Google Shape;651;p5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2" name="Google Shape;652;p5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3" name="Google Shape;653;p5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5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5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6" name="Google Shape;656;p5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5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5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5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0" name="Google Shape;660;p5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1" name="Google Shape;661;p5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5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3" name="Google Shape;663;p5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4" name="Google Shape;664;p5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" name="Google Shape;665;p5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" name="Google Shape;666;p5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" name="Google Shape;667;p5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5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" name="Google Shape;669;p5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" name="Google Shape;670;p5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1" name="Google Shape;671;p5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2" name="Google Shape;672;p5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3" name="Google Shape;673;p5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" name="Google Shape;674;p5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5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6" name="Google Shape;676;p5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7" name="Google Shape;677;p5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" name="Google Shape;678;p5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9" name="Google Shape;679;p5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5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5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5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5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5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5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6" name="Google Shape;686;p5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7" name="Google Shape;687;p5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8" name="Google Shape;688;p5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5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5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5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" name="Google Shape;692;p5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5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4" name="Google Shape;694;p5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" name="Google Shape;695;p5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6" name="Google Shape;696;p5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" name="Google Shape;697;p5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" name="Google Shape;698;p5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9" name="Google Shape;699;p5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0" name="Google Shape;700;p5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" name="Google Shape;701;p5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" name="Google Shape;702;p5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" name="Google Shape;703;p5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" name="Google Shape;704;p5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" name="Google Shape;705;p5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" name="Google Shape;706;p5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" name="Google Shape;707;p5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" name="Google Shape;708;p5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9" name="Google Shape;709;p5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" name="Google Shape;710;p5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" name="Google Shape;711;p5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" name="Google Shape;712;p5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" name="Google Shape;713;p5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14" name="Google Shape;714;p5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715" name="Google Shape;715;p5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" name="Google Shape;716;p5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7" name="Google Shape;717;p5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8" name="Google Shape;718;p5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9" name="Google Shape;719;p5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" name="Google Shape;720;p5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" name="Google Shape;721;p5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" name="Google Shape;722;p5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" name="Google Shape;723;p5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5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5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5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5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5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5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5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5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5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5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Google Shape;734;p5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Google Shape;735;p5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5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5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5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5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" name="Google Shape;740;p5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5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5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" name="Google Shape;743;p5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" name="Google Shape;744;p5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" name="Google Shape;745;p5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" name="Google Shape;746;p5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" name="Google Shape;747;p5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" name="Google Shape;748;p5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5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5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5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5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5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5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5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5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5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5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5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5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5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5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5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5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" name="Google Shape;765;p5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5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5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5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5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0" name="Google Shape;770;p5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1" name="Google Shape;771;p5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2" name="Google Shape;772;p5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5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4" name="Google Shape;774;p5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" name="Google Shape;775;p5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" name="Google Shape;776;p5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" name="Google Shape;777;p5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" name="Google Shape;778;p5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9" name="Google Shape;779;p5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0" name="Google Shape;780;p5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" name="Google Shape;781;p5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" name="Google Shape;782;p5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5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" name="Google Shape;784;p5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" name="Google Shape;785;p5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" name="Google Shape;786;p5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7" name="Google Shape;787;p5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" name="Google Shape;788;p5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" name="Google Shape;789;p5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0" name="Google Shape;790;p5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1" name="Google Shape;791;p5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" name="Google Shape;792;p5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" name="Google Shape;793;p5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" name="Google Shape;794;p5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" name="Google Shape;795;p5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" name="Google Shape;796;p5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" name="Google Shape;797;p5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5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" name="Google Shape;799;p5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" name="Google Shape;800;p5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5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5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3" name="Google Shape;803;p5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4" name="Google Shape;804;p5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5" name="Google Shape;805;p5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" name="Google Shape;806;p5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07" name="Google Shape;807;p5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5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5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5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13" name="Google Shape;813;p5"/>
          <p:cNvSpPr txBox="1"/>
          <p:nvPr>
            <p:ph idx="1" type="subTitle"/>
          </p:nvPr>
        </p:nvSpPr>
        <p:spPr>
          <a:xfrm>
            <a:off x="1183313" y="1634225"/>
            <a:ext cx="30054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rabicPeriod"/>
              <a:defRPr b="1" sz="2600"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lpha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roman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rabi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lpha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roman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rabi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lpha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roman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814" name="Google Shape;814;p5"/>
          <p:cNvSpPr txBox="1"/>
          <p:nvPr>
            <p:ph idx="2" type="subTitle"/>
          </p:nvPr>
        </p:nvSpPr>
        <p:spPr>
          <a:xfrm>
            <a:off x="4188688" y="1634225"/>
            <a:ext cx="3771900" cy="99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15" name="Google Shape;815;p5"/>
          <p:cNvSpPr txBox="1"/>
          <p:nvPr>
            <p:ph idx="3" type="subTitle"/>
          </p:nvPr>
        </p:nvSpPr>
        <p:spPr>
          <a:xfrm>
            <a:off x="1183313" y="3080225"/>
            <a:ext cx="30054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rabicPeriod"/>
              <a:defRPr b="1" sz="2600"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lpha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roman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rabi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lpha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roman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rabi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alpha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urret Road"/>
              <a:buAutoNum type="romanLcPeriod"/>
              <a:defRPr b="1" sz="2500"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816" name="Google Shape;816;p5"/>
          <p:cNvSpPr txBox="1"/>
          <p:nvPr>
            <p:ph idx="4" type="subTitle"/>
          </p:nvPr>
        </p:nvSpPr>
        <p:spPr>
          <a:xfrm>
            <a:off x="4188688" y="3080225"/>
            <a:ext cx="3771900" cy="995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17" name="Google Shape;817;p5"/>
          <p:cNvSpPr/>
          <p:nvPr/>
        </p:nvSpPr>
        <p:spPr>
          <a:xfrm rot="-5400000">
            <a:off x="4538261" y="257125"/>
            <a:ext cx="58800" cy="831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" name="Google Shape;819;p6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820" name="Google Shape;820;p6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821" name="Google Shape;821;p6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2" name="Google Shape;822;p6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6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6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6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6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6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6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6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6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6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6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6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" name="Google Shape;834;p6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5" name="Google Shape;835;p6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6" name="Google Shape;836;p6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7" name="Google Shape;837;p6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8" name="Google Shape;838;p6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" name="Google Shape;839;p6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" name="Google Shape;840;p6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1" name="Google Shape;841;p6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2" name="Google Shape;842;p6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6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4" name="Google Shape;844;p6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5" name="Google Shape;845;p6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6" name="Google Shape;846;p6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7" name="Google Shape;847;p6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" name="Google Shape;848;p6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" name="Google Shape;849;p6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0" name="Google Shape;850;p6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1" name="Google Shape;851;p6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" name="Google Shape;852;p6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" name="Google Shape;853;p6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" name="Google Shape;854;p6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" name="Google Shape;855;p6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" name="Google Shape;856;p6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7" name="Google Shape;857;p6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" name="Google Shape;858;p6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9" name="Google Shape;859;p6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0" name="Google Shape;860;p6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1" name="Google Shape;861;p6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2" name="Google Shape;862;p6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3" name="Google Shape;863;p6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" name="Google Shape;864;p6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5" name="Google Shape;865;p6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6" name="Google Shape;866;p6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6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8" name="Google Shape;868;p6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9" name="Google Shape;869;p6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0" name="Google Shape;870;p6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1" name="Google Shape;871;p6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2" name="Google Shape;872;p6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p6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p6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p6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" name="Google Shape;876;p6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p6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" name="Google Shape;878;p6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" name="Google Shape;879;p6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p6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" name="Google Shape;881;p6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p6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" name="Google Shape;883;p6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" name="Google Shape;884;p6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p6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p6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p6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" name="Google Shape;888;p6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" name="Google Shape;889;p6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0" name="Google Shape;890;p6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1" name="Google Shape;891;p6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" name="Google Shape;892;p6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" name="Google Shape;893;p6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4" name="Google Shape;894;p6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5" name="Google Shape;895;p6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" name="Google Shape;896;p6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" name="Google Shape;897;p6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" name="Google Shape;898;p6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" name="Google Shape;899;p6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" name="Google Shape;900;p6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1" name="Google Shape;901;p6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6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6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6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6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6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6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8" name="Google Shape;908;p6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6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0" name="Google Shape;910;p6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1" name="Google Shape;911;p6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2" name="Google Shape;912;p6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13" name="Google Shape;913;p6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914" name="Google Shape;914;p6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" name="Google Shape;915;p6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" name="Google Shape;916;p6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" name="Google Shape;917;p6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8" name="Google Shape;918;p6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9" name="Google Shape;919;p6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0" name="Google Shape;920;p6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" name="Google Shape;921;p6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" name="Google Shape;922;p6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3" name="Google Shape;923;p6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4" name="Google Shape;924;p6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5" name="Google Shape;925;p6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6" name="Google Shape;926;p6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7" name="Google Shape;927;p6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" name="Google Shape;928;p6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" name="Google Shape;929;p6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0" name="Google Shape;930;p6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" name="Google Shape;931;p6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" name="Google Shape;932;p6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" name="Google Shape;933;p6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4" name="Google Shape;934;p6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5" name="Google Shape;935;p6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" name="Google Shape;936;p6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" name="Google Shape;937;p6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" name="Google Shape;938;p6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" name="Google Shape;939;p6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" name="Google Shape;940;p6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1" name="Google Shape;941;p6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2" name="Google Shape;942;p6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3" name="Google Shape;943;p6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4" name="Google Shape;944;p6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5" name="Google Shape;945;p6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" name="Google Shape;946;p6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7" name="Google Shape;947;p6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8" name="Google Shape;948;p6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9" name="Google Shape;949;p6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0" name="Google Shape;950;p6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1" name="Google Shape;951;p6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6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" name="Google Shape;953;p6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4" name="Google Shape;954;p6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5" name="Google Shape;955;p6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6" name="Google Shape;956;p6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7" name="Google Shape;957;p6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" name="Google Shape;958;p6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9" name="Google Shape;959;p6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0" name="Google Shape;960;p6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" name="Google Shape;961;p6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" name="Google Shape;962;p6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" name="Google Shape;963;p6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4" name="Google Shape;964;p6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" name="Google Shape;965;p6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" name="Google Shape;966;p6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" name="Google Shape;967;p6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" name="Google Shape;968;p6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" name="Google Shape;969;p6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0" name="Google Shape;970;p6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1" name="Google Shape;971;p6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2" name="Google Shape;972;p6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3" name="Google Shape;973;p6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6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5" name="Google Shape;975;p6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6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7" name="Google Shape;977;p6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8" name="Google Shape;978;p6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9" name="Google Shape;979;p6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0" name="Google Shape;980;p6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1" name="Google Shape;981;p6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2" name="Google Shape;982;p6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6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" name="Google Shape;984;p6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6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6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6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6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6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6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6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6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6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6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6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6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7" name="Google Shape;997;p6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8" name="Google Shape;998;p6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9" name="Google Shape;999;p6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0" name="Google Shape;1000;p6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1" name="Google Shape;1001;p6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2" name="Google Shape;1002;p6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3" name="Google Shape;1003;p6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4" name="Google Shape;1004;p6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5" name="Google Shape;1005;p6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06" name="Google Shape;1006;p6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0" name="Google Shape;1010;p6"/>
          <p:cNvSpPr/>
          <p:nvPr/>
        </p:nvSpPr>
        <p:spPr>
          <a:xfrm flipH="1">
            <a:off x="186793" y="1764339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"/>
          <p:cNvSpPr/>
          <p:nvPr/>
        </p:nvSpPr>
        <p:spPr>
          <a:xfrm flipH="1">
            <a:off x="186793" y="2148390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"/>
          <p:cNvSpPr/>
          <p:nvPr/>
        </p:nvSpPr>
        <p:spPr>
          <a:xfrm flipH="1">
            <a:off x="180138" y="2532442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"/>
          <p:cNvSpPr/>
          <p:nvPr/>
        </p:nvSpPr>
        <p:spPr>
          <a:xfrm flipH="1">
            <a:off x="216894" y="2913217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"/>
          <p:cNvSpPr/>
          <p:nvPr/>
        </p:nvSpPr>
        <p:spPr>
          <a:xfrm flipH="1">
            <a:off x="216894" y="3297268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p7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1019" name="Google Shape;1019;p7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1020" name="Google Shape;1020;p7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7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7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" name="Google Shape;1023;p7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7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7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" name="Google Shape;1026;p7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7" name="Google Shape;1027;p7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8" name="Google Shape;1028;p7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9" name="Google Shape;1029;p7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0" name="Google Shape;1030;p7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1" name="Google Shape;1031;p7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2" name="Google Shape;1032;p7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3" name="Google Shape;1033;p7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" name="Google Shape;1034;p7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5" name="Google Shape;1035;p7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6" name="Google Shape;1036;p7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" name="Google Shape;1037;p7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8" name="Google Shape;1038;p7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9" name="Google Shape;1039;p7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0" name="Google Shape;1040;p7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1" name="Google Shape;1041;p7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2" name="Google Shape;1042;p7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3" name="Google Shape;1043;p7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4" name="Google Shape;1044;p7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5" name="Google Shape;1045;p7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6" name="Google Shape;1046;p7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7" name="Google Shape;1047;p7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" name="Google Shape;1048;p7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" name="Google Shape;1049;p7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" name="Google Shape;1050;p7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" name="Google Shape;1051;p7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2" name="Google Shape;1052;p7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3" name="Google Shape;1053;p7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4" name="Google Shape;1054;p7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5" name="Google Shape;1055;p7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7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" name="Google Shape;1057;p7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" name="Google Shape;1058;p7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" name="Google Shape;1059;p7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0" name="Google Shape;1060;p7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1" name="Google Shape;1061;p7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2" name="Google Shape;1062;p7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3" name="Google Shape;1063;p7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4" name="Google Shape;1064;p7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5" name="Google Shape;1065;p7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6" name="Google Shape;1066;p7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7" name="Google Shape;1067;p7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8" name="Google Shape;1068;p7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9" name="Google Shape;1069;p7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" name="Google Shape;1070;p7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1" name="Google Shape;1071;p7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" name="Google Shape;1072;p7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3" name="Google Shape;1073;p7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4" name="Google Shape;1074;p7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5" name="Google Shape;1075;p7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6" name="Google Shape;1076;p7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7" name="Google Shape;1077;p7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8" name="Google Shape;1078;p7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9" name="Google Shape;1079;p7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0" name="Google Shape;1080;p7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" name="Google Shape;1081;p7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2" name="Google Shape;1082;p7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3" name="Google Shape;1083;p7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4" name="Google Shape;1084;p7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5" name="Google Shape;1085;p7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6" name="Google Shape;1086;p7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7" name="Google Shape;1087;p7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8" name="Google Shape;1088;p7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9" name="Google Shape;1089;p7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0" name="Google Shape;1090;p7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1" name="Google Shape;1091;p7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2" name="Google Shape;1092;p7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3" name="Google Shape;1093;p7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4" name="Google Shape;1094;p7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5" name="Google Shape;1095;p7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6" name="Google Shape;1096;p7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7" name="Google Shape;1097;p7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8" name="Google Shape;1098;p7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9" name="Google Shape;1099;p7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0" name="Google Shape;1100;p7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1" name="Google Shape;1101;p7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2" name="Google Shape;1102;p7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3" name="Google Shape;1103;p7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4" name="Google Shape;1104;p7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5" name="Google Shape;1105;p7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6" name="Google Shape;1106;p7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7" name="Google Shape;1107;p7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7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9" name="Google Shape;1109;p7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0" name="Google Shape;1110;p7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1" name="Google Shape;1111;p7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12" name="Google Shape;1112;p7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1113" name="Google Shape;1113;p7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4" name="Google Shape;1114;p7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5" name="Google Shape;1115;p7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6" name="Google Shape;1116;p7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7" name="Google Shape;1117;p7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8" name="Google Shape;1118;p7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9" name="Google Shape;1119;p7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0" name="Google Shape;1120;p7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1" name="Google Shape;1121;p7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7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7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4" name="Google Shape;1124;p7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7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" name="Google Shape;1126;p7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" name="Google Shape;1127;p7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" name="Google Shape;1128;p7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" name="Google Shape;1129;p7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" name="Google Shape;1130;p7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7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" name="Google Shape;1132;p7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" name="Google Shape;1133;p7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7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7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6" name="Google Shape;1136;p7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7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8" name="Google Shape;1138;p7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9" name="Google Shape;1139;p7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0" name="Google Shape;1140;p7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1" name="Google Shape;1141;p7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2" name="Google Shape;1142;p7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" name="Google Shape;1143;p7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7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5" name="Google Shape;1145;p7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6" name="Google Shape;1146;p7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7" name="Google Shape;1147;p7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8" name="Google Shape;1148;p7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9" name="Google Shape;1149;p7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0" name="Google Shape;1150;p7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1" name="Google Shape;1151;p7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2" name="Google Shape;1152;p7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3" name="Google Shape;1153;p7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" name="Google Shape;1154;p7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" name="Google Shape;1155;p7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6" name="Google Shape;1156;p7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7" name="Google Shape;1157;p7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8" name="Google Shape;1158;p7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9" name="Google Shape;1159;p7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0" name="Google Shape;1160;p7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1" name="Google Shape;1161;p7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2" name="Google Shape;1162;p7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3" name="Google Shape;1163;p7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4" name="Google Shape;1164;p7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5" name="Google Shape;1165;p7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6" name="Google Shape;1166;p7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7" name="Google Shape;1167;p7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8" name="Google Shape;1168;p7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9" name="Google Shape;1169;p7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0" name="Google Shape;1170;p7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1" name="Google Shape;1171;p7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2" name="Google Shape;1172;p7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3" name="Google Shape;1173;p7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" name="Google Shape;1174;p7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5" name="Google Shape;1175;p7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6" name="Google Shape;1176;p7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7" name="Google Shape;1177;p7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" name="Google Shape;1178;p7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" name="Google Shape;1179;p7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0" name="Google Shape;1180;p7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1" name="Google Shape;1181;p7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2" name="Google Shape;1182;p7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3" name="Google Shape;1183;p7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4" name="Google Shape;1184;p7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5" name="Google Shape;1185;p7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6" name="Google Shape;1186;p7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7" name="Google Shape;1187;p7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8" name="Google Shape;1188;p7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9" name="Google Shape;1189;p7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0" name="Google Shape;1190;p7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1" name="Google Shape;1191;p7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2" name="Google Shape;1192;p7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3" name="Google Shape;1193;p7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4" name="Google Shape;1194;p7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5" name="Google Shape;1195;p7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6" name="Google Shape;1196;p7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7" name="Google Shape;1197;p7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8" name="Google Shape;1198;p7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9" name="Google Shape;1199;p7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0" name="Google Shape;1200;p7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1" name="Google Shape;1201;p7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2" name="Google Shape;1202;p7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3" name="Google Shape;1203;p7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4" name="Google Shape;1204;p7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05" name="Google Shape;1205;p7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7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7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7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9" name="Google Shape;1209;p7"/>
          <p:cNvSpPr/>
          <p:nvPr/>
        </p:nvSpPr>
        <p:spPr>
          <a:xfrm flipH="1">
            <a:off x="479518" y="1688252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7"/>
          <p:cNvSpPr/>
          <p:nvPr/>
        </p:nvSpPr>
        <p:spPr>
          <a:xfrm flipH="1">
            <a:off x="479518" y="2072303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7"/>
          <p:cNvSpPr/>
          <p:nvPr/>
        </p:nvSpPr>
        <p:spPr>
          <a:xfrm flipH="1">
            <a:off x="472863" y="2456354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7"/>
          <p:cNvSpPr/>
          <p:nvPr/>
        </p:nvSpPr>
        <p:spPr>
          <a:xfrm flipH="1">
            <a:off x="509619" y="2837129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7"/>
          <p:cNvSpPr/>
          <p:nvPr/>
        </p:nvSpPr>
        <p:spPr>
          <a:xfrm flipH="1">
            <a:off x="509619" y="3221180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7"/>
          <p:cNvSpPr/>
          <p:nvPr/>
        </p:nvSpPr>
        <p:spPr>
          <a:xfrm>
            <a:off x="8302413" y="1688252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7"/>
          <p:cNvSpPr/>
          <p:nvPr/>
        </p:nvSpPr>
        <p:spPr>
          <a:xfrm>
            <a:off x="8302413" y="2072303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"/>
          <p:cNvSpPr/>
          <p:nvPr/>
        </p:nvSpPr>
        <p:spPr>
          <a:xfrm>
            <a:off x="8302413" y="2456354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7"/>
          <p:cNvSpPr/>
          <p:nvPr/>
        </p:nvSpPr>
        <p:spPr>
          <a:xfrm>
            <a:off x="8302413" y="2837129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7"/>
          <p:cNvSpPr/>
          <p:nvPr/>
        </p:nvSpPr>
        <p:spPr>
          <a:xfrm>
            <a:off x="8302413" y="3221180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7"/>
          <p:cNvSpPr/>
          <p:nvPr/>
        </p:nvSpPr>
        <p:spPr>
          <a:xfrm>
            <a:off x="718525" y="504375"/>
            <a:ext cx="7703400" cy="412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7"/>
          <p:cNvSpPr/>
          <p:nvPr/>
        </p:nvSpPr>
        <p:spPr>
          <a:xfrm>
            <a:off x="7480725" y="497999"/>
            <a:ext cx="58800" cy="41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"/>
          <p:cNvSpPr/>
          <p:nvPr/>
        </p:nvSpPr>
        <p:spPr>
          <a:xfrm>
            <a:off x="1600925" y="497999"/>
            <a:ext cx="58800" cy="41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7"/>
          <p:cNvSpPr txBox="1"/>
          <p:nvPr>
            <p:ph idx="1" type="body"/>
          </p:nvPr>
        </p:nvSpPr>
        <p:spPr>
          <a:xfrm>
            <a:off x="2239060" y="2187775"/>
            <a:ext cx="4665900" cy="18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23" name="Google Shape;1223;p7"/>
          <p:cNvSpPr txBox="1"/>
          <p:nvPr>
            <p:ph type="title"/>
          </p:nvPr>
        </p:nvSpPr>
        <p:spPr>
          <a:xfrm>
            <a:off x="2239037" y="1098425"/>
            <a:ext cx="4665900" cy="120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8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1226" name="Google Shape;1226;p8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1227" name="Google Shape;1227;p8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8" name="Google Shape;1228;p8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9" name="Google Shape;1229;p8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0" name="Google Shape;1230;p8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1" name="Google Shape;1231;p8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2" name="Google Shape;1232;p8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3" name="Google Shape;1233;p8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4" name="Google Shape;1234;p8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5" name="Google Shape;1235;p8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6" name="Google Shape;1236;p8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7" name="Google Shape;1237;p8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8" name="Google Shape;1238;p8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" name="Google Shape;1239;p8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0" name="Google Shape;1240;p8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1" name="Google Shape;1241;p8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2" name="Google Shape;1242;p8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3" name="Google Shape;1243;p8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4" name="Google Shape;1244;p8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5" name="Google Shape;1245;p8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6" name="Google Shape;1246;p8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" name="Google Shape;1247;p8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8" name="Google Shape;1248;p8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9" name="Google Shape;1249;p8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" name="Google Shape;1250;p8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1" name="Google Shape;1251;p8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2" name="Google Shape;1252;p8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8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" name="Google Shape;1254;p8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" name="Google Shape;1255;p8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8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8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8" name="Google Shape;1258;p8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9" name="Google Shape;1259;p8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8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" name="Google Shape;1261;p8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" name="Google Shape;1262;p8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3" name="Google Shape;1263;p8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" name="Google Shape;1264;p8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" name="Google Shape;1265;p8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6" name="Google Shape;1266;p8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7" name="Google Shape;1267;p8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8" name="Google Shape;1268;p8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9" name="Google Shape;1269;p8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0" name="Google Shape;1270;p8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1" name="Google Shape;1271;p8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2" name="Google Shape;1272;p8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3" name="Google Shape;1273;p8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4" name="Google Shape;1274;p8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5" name="Google Shape;1275;p8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6" name="Google Shape;1276;p8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" name="Google Shape;1277;p8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" name="Google Shape;1278;p8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9" name="Google Shape;1279;p8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0" name="Google Shape;1280;p8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1" name="Google Shape;1281;p8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2" name="Google Shape;1282;p8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" name="Google Shape;1283;p8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" name="Google Shape;1284;p8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5" name="Google Shape;1285;p8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8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8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" name="Google Shape;1288;p8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" name="Google Shape;1289;p8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0" name="Google Shape;1290;p8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" name="Google Shape;1291;p8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" name="Google Shape;1292;p8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3" name="Google Shape;1293;p8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" name="Google Shape;1294;p8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" name="Google Shape;1295;p8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6" name="Google Shape;1296;p8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7" name="Google Shape;1297;p8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8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" name="Google Shape;1299;p8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0" name="Google Shape;1300;p8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" name="Google Shape;1301;p8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" name="Google Shape;1302;p8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3" name="Google Shape;1303;p8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4" name="Google Shape;1304;p8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" name="Google Shape;1305;p8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" name="Google Shape;1306;p8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" name="Google Shape;1307;p8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8" name="Google Shape;1308;p8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" name="Google Shape;1309;p8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" name="Google Shape;1310;p8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1" name="Google Shape;1311;p8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2" name="Google Shape;1312;p8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3" name="Google Shape;1313;p8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4" name="Google Shape;1314;p8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5" name="Google Shape;1315;p8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" name="Google Shape;1316;p8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7" name="Google Shape;1317;p8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8" name="Google Shape;1318;p8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19" name="Google Shape;1319;p8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1320" name="Google Shape;1320;p8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1" name="Google Shape;1321;p8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" name="Google Shape;1322;p8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3" name="Google Shape;1323;p8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" name="Google Shape;1324;p8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8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8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7" name="Google Shape;1327;p8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" name="Google Shape;1328;p8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" name="Google Shape;1329;p8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" name="Google Shape;1330;p8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" name="Google Shape;1331;p8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" name="Google Shape;1332;p8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" name="Google Shape;1333;p8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4" name="Google Shape;1334;p8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5" name="Google Shape;1335;p8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6" name="Google Shape;1336;p8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7" name="Google Shape;1337;p8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8" name="Google Shape;1338;p8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9" name="Google Shape;1339;p8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0" name="Google Shape;1340;p8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1" name="Google Shape;1341;p8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2" name="Google Shape;1342;p8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3" name="Google Shape;1343;p8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8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5" name="Google Shape;1345;p8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6" name="Google Shape;1346;p8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8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8" name="Google Shape;1348;p8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9" name="Google Shape;1349;p8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0" name="Google Shape;1350;p8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1" name="Google Shape;1351;p8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2" name="Google Shape;1352;p8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" name="Google Shape;1353;p8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4" name="Google Shape;1354;p8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5" name="Google Shape;1355;p8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8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" name="Google Shape;1357;p8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8" name="Google Shape;1358;p8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8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" name="Google Shape;1360;p8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" name="Google Shape;1361;p8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2" name="Google Shape;1362;p8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3" name="Google Shape;1363;p8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4" name="Google Shape;1364;p8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5" name="Google Shape;1365;p8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6" name="Google Shape;1366;p8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8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8" name="Google Shape;1368;p8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9" name="Google Shape;1369;p8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0" name="Google Shape;1370;p8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" name="Google Shape;1371;p8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2" name="Google Shape;1372;p8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3" name="Google Shape;1373;p8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4" name="Google Shape;1374;p8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5" name="Google Shape;1375;p8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" name="Google Shape;1376;p8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7" name="Google Shape;1377;p8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8" name="Google Shape;1378;p8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" name="Google Shape;1379;p8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0" name="Google Shape;1380;p8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1" name="Google Shape;1381;p8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2" name="Google Shape;1382;p8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3" name="Google Shape;1383;p8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4" name="Google Shape;1384;p8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" name="Google Shape;1385;p8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" name="Google Shape;1386;p8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7" name="Google Shape;1387;p8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8" name="Google Shape;1388;p8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9" name="Google Shape;1389;p8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" name="Google Shape;1390;p8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1" name="Google Shape;1391;p8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2" name="Google Shape;1392;p8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3" name="Google Shape;1393;p8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4" name="Google Shape;1394;p8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" name="Google Shape;1395;p8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6" name="Google Shape;1396;p8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8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" name="Google Shape;1398;p8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8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" name="Google Shape;1400;p8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" name="Google Shape;1401;p8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2" name="Google Shape;1402;p8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3" name="Google Shape;1403;p8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4" name="Google Shape;1404;p8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5" name="Google Shape;1405;p8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6" name="Google Shape;1406;p8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7" name="Google Shape;1407;p8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8" name="Google Shape;1408;p8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9" name="Google Shape;1409;p8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0" name="Google Shape;1410;p8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1" name="Google Shape;1411;p8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12" name="Google Shape;1412;p8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6" name="Google Shape;1416;p8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8"/>
          <p:cNvSpPr/>
          <p:nvPr/>
        </p:nvSpPr>
        <p:spPr>
          <a:xfrm>
            <a:off x="7245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8"/>
          <p:cNvSpPr/>
          <p:nvPr/>
        </p:nvSpPr>
        <p:spPr>
          <a:xfrm rot="10800000">
            <a:off x="1245150" y="1987600"/>
            <a:ext cx="422700" cy="423000"/>
          </a:xfrm>
          <a:prstGeom prst="ellipse">
            <a:avLst/>
          </a:pr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8"/>
          <p:cNvSpPr/>
          <p:nvPr/>
        </p:nvSpPr>
        <p:spPr>
          <a:xfrm>
            <a:off x="18393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8"/>
          <p:cNvSpPr/>
          <p:nvPr/>
        </p:nvSpPr>
        <p:spPr>
          <a:xfrm rot="10800000">
            <a:off x="1245150" y="1640088"/>
            <a:ext cx="422700" cy="423000"/>
          </a:xfrm>
          <a:prstGeom prst="ellipse">
            <a:avLst/>
          </a:pr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8"/>
          <p:cNvSpPr/>
          <p:nvPr/>
        </p:nvSpPr>
        <p:spPr>
          <a:xfrm rot="10800000">
            <a:off x="1245150" y="1292575"/>
            <a:ext cx="422700" cy="423000"/>
          </a:xfrm>
          <a:prstGeom prst="ellipse">
            <a:avLst/>
          </a:pr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8"/>
          <p:cNvSpPr/>
          <p:nvPr/>
        </p:nvSpPr>
        <p:spPr>
          <a:xfrm>
            <a:off x="8050667" y="1488314"/>
            <a:ext cx="404216" cy="233847"/>
          </a:xfrm>
          <a:custGeom>
            <a:rect b="b" l="l" r="r" t="t"/>
            <a:pathLst>
              <a:path extrusionOk="0" h="2284" w="3948">
                <a:moveTo>
                  <a:pt x="1175" y="0"/>
                </a:moveTo>
                <a:cubicBezTo>
                  <a:pt x="523" y="0"/>
                  <a:pt x="1" y="522"/>
                  <a:pt x="1" y="1142"/>
                </a:cubicBezTo>
                <a:cubicBezTo>
                  <a:pt x="1" y="1794"/>
                  <a:pt x="523" y="2284"/>
                  <a:pt x="1142" y="2284"/>
                </a:cubicBezTo>
                <a:lnTo>
                  <a:pt x="3948" y="2284"/>
                </a:lnTo>
                <a:lnTo>
                  <a:pt x="3948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"/>
          <p:cNvSpPr/>
          <p:nvPr/>
        </p:nvSpPr>
        <p:spPr>
          <a:xfrm>
            <a:off x="8020668" y="1872365"/>
            <a:ext cx="434215" cy="233847"/>
          </a:xfrm>
          <a:custGeom>
            <a:rect b="b" l="l" r="r" t="t"/>
            <a:pathLst>
              <a:path extrusionOk="0" h="2284" w="4241">
                <a:moveTo>
                  <a:pt x="1468" y="1"/>
                </a:moveTo>
                <a:cubicBezTo>
                  <a:pt x="0" y="66"/>
                  <a:pt x="0" y="2186"/>
                  <a:pt x="1468" y="2284"/>
                </a:cubicBezTo>
                <a:lnTo>
                  <a:pt x="4241" y="2284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8"/>
          <p:cNvSpPr/>
          <p:nvPr/>
        </p:nvSpPr>
        <p:spPr>
          <a:xfrm>
            <a:off x="8013911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534" y="1"/>
                </a:moveTo>
                <a:cubicBezTo>
                  <a:pt x="1" y="1"/>
                  <a:pt x="1" y="2284"/>
                  <a:pt x="1534" y="2284"/>
                </a:cubicBezTo>
                <a:lnTo>
                  <a:pt x="4307" y="2284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8"/>
          <p:cNvSpPr/>
          <p:nvPr/>
        </p:nvSpPr>
        <p:spPr>
          <a:xfrm>
            <a:off x="8013911" y="2637192"/>
            <a:ext cx="440972" cy="237226"/>
          </a:xfrm>
          <a:custGeom>
            <a:rect b="b" l="l" r="r" t="t"/>
            <a:pathLst>
              <a:path extrusionOk="0" h="2317" w="4307">
                <a:moveTo>
                  <a:pt x="1534" y="1"/>
                </a:moveTo>
                <a:cubicBezTo>
                  <a:pt x="1" y="1"/>
                  <a:pt x="1" y="2317"/>
                  <a:pt x="1534" y="2317"/>
                </a:cubicBezTo>
                <a:lnTo>
                  <a:pt x="4307" y="2317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8"/>
          <p:cNvSpPr/>
          <p:nvPr/>
        </p:nvSpPr>
        <p:spPr>
          <a:xfrm>
            <a:off x="8020668" y="3021243"/>
            <a:ext cx="434215" cy="237226"/>
          </a:xfrm>
          <a:custGeom>
            <a:rect b="b" l="l" r="r" t="t"/>
            <a:pathLst>
              <a:path extrusionOk="0" h="2317" w="4241">
                <a:moveTo>
                  <a:pt x="1468" y="1"/>
                </a:moveTo>
                <a:cubicBezTo>
                  <a:pt x="0" y="99"/>
                  <a:pt x="0" y="2219"/>
                  <a:pt x="1468" y="2317"/>
                </a:cubicBezTo>
                <a:lnTo>
                  <a:pt x="4241" y="2317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7" name="Google Shape;1427;p8"/>
          <p:cNvCxnSpPr/>
          <p:nvPr/>
        </p:nvCxnSpPr>
        <p:spPr>
          <a:xfrm>
            <a:off x="670500" y="4750750"/>
            <a:ext cx="1195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8" name="Google Shape;1428;p8"/>
          <p:cNvCxnSpPr/>
          <p:nvPr/>
        </p:nvCxnSpPr>
        <p:spPr>
          <a:xfrm>
            <a:off x="7304675" y="4750750"/>
            <a:ext cx="1195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9" name="Google Shape;1429;p8"/>
          <p:cNvSpPr txBox="1"/>
          <p:nvPr>
            <p:ph type="title"/>
          </p:nvPr>
        </p:nvSpPr>
        <p:spPr>
          <a:xfrm>
            <a:off x="1388100" y="1319250"/>
            <a:ext cx="6367800" cy="25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7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1" name="Google Shape;1431;p9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1432" name="Google Shape;1432;p9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1433" name="Google Shape;1433;p9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4" name="Google Shape;1434;p9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5" name="Google Shape;1435;p9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6" name="Google Shape;1436;p9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7" name="Google Shape;1437;p9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8" name="Google Shape;1438;p9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9" name="Google Shape;1439;p9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0" name="Google Shape;1440;p9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1" name="Google Shape;1441;p9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2" name="Google Shape;1442;p9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" name="Google Shape;1443;p9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4" name="Google Shape;1444;p9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5" name="Google Shape;1445;p9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" name="Google Shape;1446;p9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7" name="Google Shape;1447;p9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8" name="Google Shape;1448;p9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9" name="Google Shape;1449;p9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0" name="Google Shape;1450;p9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1" name="Google Shape;1451;p9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2" name="Google Shape;1452;p9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3" name="Google Shape;1453;p9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4" name="Google Shape;1454;p9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5" name="Google Shape;1455;p9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6" name="Google Shape;1456;p9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7" name="Google Shape;1457;p9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8" name="Google Shape;1458;p9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9" name="Google Shape;1459;p9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0" name="Google Shape;1460;p9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1" name="Google Shape;1461;p9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2" name="Google Shape;1462;p9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3" name="Google Shape;1463;p9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4" name="Google Shape;1464;p9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5" name="Google Shape;1465;p9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6" name="Google Shape;1466;p9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7" name="Google Shape;1467;p9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9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9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9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9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9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9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4" name="Google Shape;1474;p9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5" name="Google Shape;1475;p9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6" name="Google Shape;1476;p9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9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9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9" name="Google Shape;1479;p9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9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9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2" name="Google Shape;1482;p9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3" name="Google Shape;1483;p9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4" name="Google Shape;1484;p9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5" name="Google Shape;1485;p9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6" name="Google Shape;1486;p9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7" name="Google Shape;1487;p9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8" name="Google Shape;1488;p9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9" name="Google Shape;1489;p9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0" name="Google Shape;1490;p9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1" name="Google Shape;1491;p9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2" name="Google Shape;1492;p9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3" name="Google Shape;1493;p9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4" name="Google Shape;1494;p9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5" name="Google Shape;1495;p9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6" name="Google Shape;1496;p9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7" name="Google Shape;1497;p9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8" name="Google Shape;1498;p9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9" name="Google Shape;1499;p9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0" name="Google Shape;1500;p9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1" name="Google Shape;1501;p9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2" name="Google Shape;1502;p9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3" name="Google Shape;1503;p9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4" name="Google Shape;1504;p9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5" name="Google Shape;1505;p9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6" name="Google Shape;1506;p9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7" name="Google Shape;1507;p9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8" name="Google Shape;1508;p9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9" name="Google Shape;1509;p9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0" name="Google Shape;1510;p9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1" name="Google Shape;1511;p9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2" name="Google Shape;1512;p9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3" name="Google Shape;1513;p9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4" name="Google Shape;1514;p9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5" name="Google Shape;1515;p9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6" name="Google Shape;1516;p9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7" name="Google Shape;1517;p9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8" name="Google Shape;1518;p9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9" name="Google Shape;1519;p9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0" name="Google Shape;1520;p9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1" name="Google Shape;1521;p9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2" name="Google Shape;1522;p9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3" name="Google Shape;1523;p9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4" name="Google Shape;1524;p9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25" name="Google Shape;1525;p9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1526" name="Google Shape;1526;p9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7" name="Google Shape;1527;p9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8" name="Google Shape;1528;p9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9" name="Google Shape;1529;p9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0" name="Google Shape;1530;p9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1" name="Google Shape;1531;p9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2" name="Google Shape;1532;p9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3" name="Google Shape;1533;p9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4" name="Google Shape;1534;p9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5" name="Google Shape;1535;p9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6" name="Google Shape;1536;p9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7" name="Google Shape;1537;p9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8" name="Google Shape;1538;p9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39" name="Google Shape;1539;p9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0" name="Google Shape;1540;p9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1" name="Google Shape;1541;p9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9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3" name="Google Shape;1543;p9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4" name="Google Shape;1544;p9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5" name="Google Shape;1545;p9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6" name="Google Shape;1546;p9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7" name="Google Shape;1547;p9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8" name="Google Shape;1548;p9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9" name="Google Shape;1549;p9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0" name="Google Shape;1550;p9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1" name="Google Shape;1551;p9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2" name="Google Shape;1552;p9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3" name="Google Shape;1553;p9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4" name="Google Shape;1554;p9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5" name="Google Shape;1555;p9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6" name="Google Shape;1556;p9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7" name="Google Shape;1557;p9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8" name="Google Shape;1558;p9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9" name="Google Shape;1559;p9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0" name="Google Shape;1560;p9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1" name="Google Shape;1561;p9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2" name="Google Shape;1562;p9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3" name="Google Shape;1563;p9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4" name="Google Shape;1564;p9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5" name="Google Shape;1565;p9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6" name="Google Shape;1566;p9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7" name="Google Shape;1567;p9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8" name="Google Shape;1568;p9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9" name="Google Shape;1569;p9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0" name="Google Shape;1570;p9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1" name="Google Shape;1571;p9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2" name="Google Shape;1572;p9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3" name="Google Shape;1573;p9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4" name="Google Shape;1574;p9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5" name="Google Shape;1575;p9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6" name="Google Shape;1576;p9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7" name="Google Shape;1577;p9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8" name="Google Shape;1578;p9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9" name="Google Shape;1579;p9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0" name="Google Shape;1580;p9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1" name="Google Shape;1581;p9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2" name="Google Shape;1582;p9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3" name="Google Shape;1583;p9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4" name="Google Shape;1584;p9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5" name="Google Shape;1585;p9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6" name="Google Shape;1586;p9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7" name="Google Shape;1587;p9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8" name="Google Shape;1588;p9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89" name="Google Shape;1589;p9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0" name="Google Shape;1590;p9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1" name="Google Shape;1591;p9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2" name="Google Shape;1592;p9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3" name="Google Shape;1593;p9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4" name="Google Shape;1594;p9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5" name="Google Shape;1595;p9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6" name="Google Shape;1596;p9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7" name="Google Shape;1597;p9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8" name="Google Shape;1598;p9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9" name="Google Shape;1599;p9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0" name="Google Shape;1600;p9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1" name="Google Shape;1601;p9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2" name="Google Shape;1602;p9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3" name="Google Shape;1603;p9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4" name="Google Shape;1604;p9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5" name="Google Shape;1605;p9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6" name="Google Shape;1606;p9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7" name="Google Shape;1607;p9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8" name="Google Shape;1608;p9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9" name="Google Shape;1609;p9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0" name="Google Shape;1610;p9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1" name="Google Shape;1611;p9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2" name="Google Shape;1612;p9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3" name="Google Shape;1613;p9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4" name="Google Shape;1614;p9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5" name="Google Shape;1615;p9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6" name="Google Shape;1616;p9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7" name="Google Shape;1617;p9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18" name="Google Shape;1618;p9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9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9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9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2" name="Google Shape;1622;p9"/>
          <p:cNvSpPr/>
          <p:nvPr/>
        </p:nvSpPr>
        <p:spPr>
          <a:xfrm rot="-5400000">
            <a:off x="4034963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9"/>
          <p:cNvSpPr/>
          <p:nvPr/>
        </p:nvSpPr>
        <p:spPr>
          <a:xfrm rot="-5400000">
            <a:off x="4382475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9"/>
          <p:cNvSpPr/>
          <p:nvPr/>
        </p:nvSpPr>
        <p:spPr>
          <a:xfrm rot="-5400000">
            <a:off x="4729988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9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9"/>
          <p:cNvSpPr/>
          <p:nvPr/>
        </p:nvSpPr>
        <p:spPr>
          <a:xfrm rot="-5400000">
            <a:off x="4552250" y="-1263175"/>
            <a:ext cx="58800" cy="781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9"/>
          <p:cNvSpPr/>
          <p:nvPr/>
        </p:nvSpPr>
        <p:spPr>
          <a:xfrm>
            <a:off x="7245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9"/>
          <p:cNvSpPr/>
          <p:nvPr/>
        </p:nvSpPr>
        <p:spPr>
          <a:xfrm>
            <a:off x="18393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9"/>
          <p:cNvSpPr/>
          <p:nvPr/>
        </p:nvSpPr>
        <p:spPr>
          <a:xfrm>
            <a:off x="1472601" y="1137285"/>
            <a:ext cx="6198797" cy="2868930"/>
          </a:xfrm>
          <a:custGeom>
            <a:rect b="b" l="l" r="r" t="t"/>
            <a:pathLst>
              <a:path extrusionOk="0" h="28021" w="60544">
                <a:moveTo>
                  <a:pt x="1828" y="0"/>
                </a:moveTo>
                <a:cubicBezTo>
                  <a:pt x="816" y="0"/>
                  <a:pt x="1" y="816"/>
                  <a:pt x="1" y="1860"/>
                </a:cubicBezTo>
                <a:lnTo>
                  <a:pt x="1" y="26194"/>
                </a:lnTo>
                <a:cubicBezTo>
                  <a:pt x="1" y="27205"/>
                  <a:pt x="816" y="28021"/>
                  <a:pt x="1828" y="28021"/>
                </a:cubicBezTo>
                <a:lnTo>
                  <a:pt x="58684" y="28021"/>
                </a:lnTo>
                <a:cubicBezTo>
                  <a:pt x="59695" y="28021"/>
                  <a:pt x="60543" y="27205"/>
                  <a:pt x="60543" y="26194"/>
                </a:cubicBezTo>
                <a:lnTo>
                  <a:pt x="60543" y="1860"/>
                </a:lnTo>
                <a:cubicBezTo>
                  <a:pt x="60543" y="816"/>
                  <a:pt x="59695" y="0"/>
                  <a:pt x="58684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18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9"/>
          <p:cNvSpPr txBox="1"/>
          <p:nvPr>
            <p:ph type="title"/>
          </p:nvPr>
        </p:nvSpPr>
        <p:spPr>
          <a:xfrm>
            <a:off x="2190925" y="1530313"/>
            <a:ext cx="4762200" cy="79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31" name="Google Shape;1631;p9"/>
          <p:cNvSpPr txBox="1"/>
          <p:nvPr>
            <p:ph idx="1" type="subTitle"/>
          </p:nvPr>
        </p:nvSpPr>
        <p:spPr>
          <a:xfrm>
            <a:off x="2190925" y="2409838"/>
            <a:ext cx="4762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0"/>
          <p:cNvSpPr/>
          <p:nvPr/>
        </p:nvSpPr>
        <p:spPr>
          <a:xfrm>
            <a:off x="617800" y="3915575"/>
            <a:ext cx="7905300" cy="758400"/>
          </a:xfrm>
          <a:prstGeom prst="roundRect">
            <a:avLst>
              <a:gd fmla="val 30278" name="adj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0"/>
          <p:cNvSpPr txBox="1"/>
          <p:nvPr>
            <p:ph idx="1" type="body"/>
          </p:nvPr>
        </p:nvSpPr>
        <p:spPr>
          <a:xfrm>
            <a:off x="621100" y="3980975"/>
            <a:ext cx="7902000" cy="6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 sz="2600">
                <a:latin typeface="Turret Road"/>
                <a:ea typeface="Turret Road"/>
                <a:cs typeface="Turret Road"/>
                <a:sym typeface="Turret Road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11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1637" name="Google Shape;1637;p11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1638" name="Google Shape;1638;p11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9" name="Google Shape;1639;p11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0" name="Google Shape;1640;p11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1" name="Google Shape;1641;p11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2" name="Google Shape;1642;p11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3" name="Google Shape;1643;p11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4" name="Google Shape;1644;p11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5" name="Google Shape;1645;p11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6" name="Google Shape;1646;p11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7" name="Google Shape;1647;p11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8" name="Google Shape;1648;p11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9" name="Google Shape;1649;p11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0" name="Google Shape;1650;p11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1" name="Google Shape;1651;p11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2" name="Google Shape;1652;p11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3" name="Google Shape;1653;p11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4" name="Google Shape;1654;p11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5" name="Google Shape;1655;p11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6" name="Google Shape;1656;p11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7" name="Google Shape;1657;p11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8" name="Google Shape;1658;p11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9" name="Google Shape;1659;p11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0" name="Google Shape;1660;p11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1" name="Google Shape;1661;p11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2" name="Google Shape;1662;p11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3" name="Google Shape;1663;p11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4" name="Google Shape;1664;p11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5" name="Google Shape;1665;p11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6" name="Google Shape;1666;p11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7" name="Google Shape;1667;p11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8" name="Google Shape;1668;p11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9" name="Google Shape;1669;p11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0" name="Google Shape;1670;p11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1" name="Google Shape;1671;p11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2" name="Google Shape;1672;p11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3" name="Google Shape;1673;p11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4" name="Google Shape;1674;p11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5" name="Google Shape;1675;p11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6" name="Google Shape;1676;p11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7" name="Google Shape;1677;p11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8" name="Google Shape;1678;p11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9" name="Google Shape;1679;p11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0" name="Google Shape;1680;p11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1" name="Google Shape;1681;p11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2" name="Google Shape;1682;p11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3" name="Google Shape;1683;p11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4" name="Google Shape;1684;p11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5" name="Google Shape;1685;p11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6" name="Google Shape;1686;p11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7" name="Google Shape;1687;p11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8" name="Google Shape;1688;p11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9" name="Google Shape;1689;p11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0" name="Google Shape;1690;p11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1" name="Google Shape;1691;p11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2" name="Google Shape;1692;p11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3" name="Google Shape;1693;p11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4" name="Google Shape;1694;p11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5" name="Google Shape;1695;p11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6" name="Google Shape;1696;p11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7" name="Google Shape;1697;p11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8" name="Google Shape;1698;p11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9" name="Google Shape;1699;p11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0" name="Google Shape;1700;p11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1" name="Google Shape;1701;p11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2" name="Google Shape;1702;p11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3" name="Google Shape;1703;p11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4" name="Google Shape;1704;p11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5" name="Google Shape;1705;p11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6" name="Google Shape;1706;p11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7" name="Google Shape;1707;p11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8" name="Google Shape;1708;p11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9" name="Google Shape;1709;p11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0" name="Google Shape;1710;p11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1" name="Google Shape;1711;p11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2" name="Google Shape;1712;p11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3" name="Google Shape;1713;p11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4" name="Google Shape;1714;p11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5" name="Google Shape;1715;p11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6" name="Google Shape;1716;p11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7" name="Google Shape;1717;p11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8" name="Google Shape;1718;p11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9" name="Google Shape;1719;p11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0" name="Google Shape;1720;p11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1" name="Google Shape;1721;p11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2" name="Google Shape;1722;p11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3" name="Google Shape;1723;p11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11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5" name="Google Shape;1725;p11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6" name="Google Shape;1726;p11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7" name="Google Shape;1727;p11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8" name="Google Shape;1728;p11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9" name="Google Shape;1729;p11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30" name="Google Shape;1730;p11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1731" name="Google Shape;1731;p11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11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3" name="Google Shape;1733;p11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4" name="Google Shape;1734;p11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5" name="Google Shape;1735;p11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6" name="Google Shape;1736;p11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7" name="Google Shape;1737;p11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8" name="Google Shape;1738;p11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9" name="Google Shape;1739;p11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11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1" name="Google Shape;1741;p11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2" name="Google Shape;1742;p11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3" name="Google Shape;1743;p11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4" name="Google Shape;1744;p11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5" name="Google Shape;1745;p11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6" name="Google Shape;1746;p11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7" name="Google Shape;1747;p11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8" name="Google Shape;1748;p11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9" name="Google Shape;1749;p11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0" name="Google Shape;1750;p11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1" name="Google Shape;1751;p11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2" name="Google Shape;1752;p11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3" name="Google Shape;1753;p11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4" name="Google Shape;1754;p11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5" name="Google Shape;1755;p11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6" name="Google Shape;1756;p11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7" name="Google Shape;1757;p11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8" name="Google Shape;1758;p11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11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0" name="Google Shape;1760;p11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1" name="Google Shape;1761;p11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2" name="Google Shape;1762;p11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3" name="Google Shape;1763;p11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4" name="Google Shape;1764;p11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5" name="Google Shape;1765;p11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6" name="Google Shape;1766;p11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7" name="Google Shape;1767;p11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11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9" name="Google Shape;1769;p11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0" name="Google Shape;1770;p11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1" name="Google Shape;1771;p11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2" name="Google Shape;1772;p11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3" name="Google Shape;1773;p11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4" name="Google Shape;1774;p11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5" name="Google Shape;1775;p11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6" name="Google Shape;1776;p11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7" name="Google Shape;1777;p11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8" name="Google Shape;1778;p11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9" name="Google Shape;1779;p11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0" name="Google Shape;1780;p11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1" name="Google Shape;1781;p11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2" name="Google Shape;1782;p11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3" name="Google Shape;1783;p11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4" name="Google Shape;1784;p11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5" name="Google Shape;1785;p11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6" name="Google Shape;1786;p11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7" name="Google Shape;1787;p11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8" name="Google Shape;1788;p11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9" name="Google Shape;1789;p11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0" name="Google Shape;1790;p11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1" name="Google Shape;1791;p11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2" name="Google Shape;1792;p11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3" name="Google Shape;1793;p11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4" name="Google Shape;1794;p11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5" name="Google Shape;1795;p11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6" name="Google Shape;1796;p11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7" name="Google Shape;1797;p11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8" name="Google Shape;1798;p11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9" name="Google Shape;1799;p11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0" name="Google Shape;1800;p11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1" name="Google Shape;1801;p11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2" name="Google Shape;1802;p11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3" name="Google Shape;1803;p11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4" name="Google Shape;1804;p11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5" name="Google Shape;1805;p11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6" name="Google Shape;1806;p11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7" name="Google Shape;1807;p11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8" name="Google Shape;1808;p11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9" name="Google Shape;1809;p11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0" name="Google Shape;1810;p11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1" name="Google Shape;1811;p11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2" name="Google Shape;1812;p11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3" name="Google Shape;1813;p11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4" name="Google Shape;1814;p11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5" name="Google Shape;1815;p11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6" name="Google Shape;1816;p11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7" name="Google Shape;1817;p11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8" name="Google Shape;1818;p11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9" name="Google Shape;1819;p11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0" name="Google Shape;1820;p11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1" name="Google Shape;1821;p11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2" name="Google Shape;1822;p11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23" name="Google Shape;1823;p11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1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1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1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7" name="Google Shape;1827;p11"/>
          <p:cNvSpPr/>
          <p:nvPr/>
        </p:nvSpPr>
        <p:spPr>
          <a:xfrm>
            <a:off x="8402542" y="148831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1"/>
          <p:cNvSpPr/>
          <p:nvPr/>
        </p:nvSpPr>
        <p:spPr>
          <a:xfrm>
            <a:off x="8402542" y="1872365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11"/>
          <p:cNvSpPr/>
          <p:nvPr/>
        </p:nvSpPr>
        <p:spPr>
          <a:xfrm>
            <a:off x="8402542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1"/>
          <p:cNvSpPr/>
          <p:nvPr/>
        </p:nvSpPr>
        <p:spPr>
          <a:xfrm>
            <a:off x="8402542" y="2637192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1"/>
          <p:cNvSpPr/>
          <p:nvPr/>
        </p:nvSpPr>
        <p:spPr>
          <a:xfrm>
            <a:off x="8402542" y="3021243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11"/>
          <p:cNvSpPr/>
          <p:nvPr/>
        </p:nvSpPr>
        <p:spPr>
          <a:xfrm>
            <a:off x="437380" y="1488314"/>
            <a:ext cx="404216" cy="233847"/>
          </a:xfrm>
          <a:custGeom>
            <a:rect b="b" l="l" r="r" t="t"/>
            <a:pathLst>
              <a:path extrusionOk="0" h="2284" w="3948">
                <a:moveTo>
                  <a:pt x="1175" y="0"/>
                </a:moveTo>
                <a:cubicBezTo>
                  <a:pt x="523" y="0"/>
                  <a:pt x="1" y="522"/>
                  <a:pt x="1" y="1142"/>
                </a:cubicBezTo>
                <a:cubicBezTo>
                  <a:pt x="1" y="1794"/>
                  <a:pt x="523" y="2284"/>
                  <a:pt x="1142" y="2284"/>
                </a:cubicBezTo>
                <a:lnTo>
                  <a:pt x="3948" y="2284"/>
                </a:lnTo>
                <a:lnTo>
                  <a:pt x="3948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1"/>
          <p:cNvSpPr/>
          <p:nvPr/>
        </p:nvSpPr>
        <p:spPr>
          <a:xfrm>
            <a:off x="407381" y="1872365"/>
            <a:ext cx="434215" cy="233847"/>
          </a:xfrm>
          <a:custGeom>
            <a:rect b="b" l="l" r="r" t="t"/>
            <a:pathLst>
              <a:path extrusionOk="0" h="2284" w="4241">
                <a:moveTo>
                  <a:pt x="1468" y="1"/>
                </a:moveTo>
                <a:cubicBezTo>
                  <a:pt x="0" y="66"/>
                  <a:pt x="0" y="2186"/>
                  <a:pt x="1468" y="2284"/>
                </a:cubicBezTo>
                <a:lnTo>
                  <a:pt x="4241" y="2284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1"/>
          <p:cNvSpPr/>
          <p:nvPr/>
        </p:nvSpPr>
        <p:spPr>
          <a:xfrm>
            <a:off x="400623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534" y="1"/>
                </a:moveTo>
                <a:cubicBezTo>
                  <a:pt x="1" y="1"/>
                  <a:pt x="1" y="2284"/>
                  <a:pt x="1534" y="2284"/>
                </a:cubicBezTo>
                <a:lnTo>
                  <a:pt x="4307" y="2284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1"/>
          <p:cNvSpPr/>
          <p:nvPr/>
        </p:nvSpPr>
        <p:spPr>
          <a:xfrm>
            <a:off x="400623" y="2637192"/>
            <a:ext cx="440972" cy="237226"/>
          </a:xfrm>
          <a:custGeom>
            <a:rect b="b" l="l" r="r" t="t"/>
            <a:pathLst>
              <a:path extrusionOk="0" h="2317" w="4307">
                <a:moveTo>
                  <a:pt x="1534" y="1"/>
                </a:moveTo>
                <a:cubicBezTo>
                  <a:pt x="1" y="1"/>
                  <a:pt x="1" y="2317"/>
                  <a:pt x="1534" y="2317"/>
                </a:cubicBezTo>
                <a:lnTo>
                  <a:pt x="4307" y="2317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11"/>
          <p:cNvSpPr/>
          <p:nvPr/>
        </p:nvSpPr>
        <p:spPr>
          <a:xfrm>
            <a:off x="407381" y="3021243"/>
            <a:ext cx="434215" cy="237226"/>
          </a:xfrm>
          <a:custGeom>
            <a:rect b="b" l="l" r="r" t="t"/>
            <a:pathLst>
              <a:path extrusionOk="0" h="2317" w="4241">
                <a:moveTo>
                  <a:pt x="1468" y="1"/>
                </a:moveTo>
                <a:cubicBezTo>
                  <a:pt x="0" y="99"/>
                  <a:pt x="0" y="2219"/>
                  <a:pt x="1468" y="2317"/>
                </a:cubicBezTo>
                <a:lnTo>
                  <a:pt x="4241" y="2317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1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1"/>
          <p:cNvSpPr/>
          <p:nvPr/>
        </p:nvSpPr>
        <p:spPr>
          <a:xfrm>
            <a:off x="7245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11"/>
          <p:cNvSpPr/>
          <p:nvPr/>
        </p:nvSpPr>
        <p:spPr>
          <a:xfrm>
            <a:off x="18393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0" name="Google Shape;1840;p11"/>
          <p:cNvCxnSpPr/>
          <p:nvPr/>
        </p:nvCxnSpPr>
        <p:spPr>
          <a:xfrm>
            <a:off x="1940763" y="4750750"/>
            <a:ext cx="5241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1" name="Google Shape;1841;p11"/>
          <p:cNvSpPr txBox="1"/>
          <p:nvPr>
            <p:ph hasCustomPrompt="1" type="title"/>
          </p:nvPr>
        </p:nvSpPr>
        <p:spPr>
          <a:xfrm>
            <a:off x="1709325" y="1669088"/>
            <a:ext cx="57255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42" name="Google Shape;1842;p11"/>
          <p:cNvSpPr txBox="1"/>
          <p:nvPr>
            <p:ph idx="1" type="subTitle"/>
          </p:nvPr>
        </p:nvSpPr>
        <p:spPr>
          <a:xfrm>
            <a:off x="1709325" y="3283750"/>
            <a:ext cx="5725500" cy="428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5" name="Google Shape;1845;p13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1846" name="Google Shape;1846;p13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1847" name="Google Shape;1847;p1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8" name="Google Shape;1848;p1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9" name="Google Shape;1849;p1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0" name="Google Shape;1850;p1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1" name="Google Shape;1851;p1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2" name="Google Shape;1852;p1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3" name="Google Shape;1853;p1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4" name="Google Shape;1854;p1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5" name="Google Shape;1855;p1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6" name="Google Shape;1856;p1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7" name="Google Shape;1857;p1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8" name="Google Shape;1858;p1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9" name="Google Shape;1859;p1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0" name="Google Shape;1860;p1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1" name="Google Shape;1861;p1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2" name="Google Shape;1862;p1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3" name="Google Shape;1863;p1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4" name="Google Shape;1864;p1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5" name="Google Shape;1865;p1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6" name="Google Shape;1866;p1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7" name="Google Shape;1867;p1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8" name="Google Shape;1868;p1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9" name="Google Shape;1869;p1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0" name="Google Shape;1870;p1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1" name="Google Shape;1871;p1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2" name="Google Shape;1872;p1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3" name="Google Shape;1873;p1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4" name="Google Shape;1874;p1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5" name="Google Shape;1875;p1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6" name="Google Shape;1876;p1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7" name="Google Shape;1877;p1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8" name="Google Shape;1878;p1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9" name="Google Shape;1879;p1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0" name="Google Shape;1880;p1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1" name="Google Shape;1881;p1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2" name="Google Shape;1882;p1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3" name="Google Shape;1883;p1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4" name="Google Shape;1884;p1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5" name="Google Shape;1885;p1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6" name="Google Shape;1886;p1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7" name="Google Shape;1887;p1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8" name="Google Shape;1888;p1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9" name="Google Shape;1889;p1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0" name="Google Shape;1890;p1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1" name="Google Shape;1891;p1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2" name="Google Shape;1892;p1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3" name="Google Shape;1893;p1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4" name="Google Shape;1894;p1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5" name="Google Shape;1895;p1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6" name="Google Shape;1896;p1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7" name="Google Shape;1897;p1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8" name="Google Shape;1898;p1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9" name="Google Shape;1899;p1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0" name="Google Shape;1900;p1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1" name="Google Shape;1901;p1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2" name="Google Shape;1902;p1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3" name="Google Shape;1903;p1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4" name="Google Shape;1904;p1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5" name="Google Shape;1905;p1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6" name="Google Shape;1906;p1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7" name="Google Shape;1907;p1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8" name="Google Shape;1908;p1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9" name="Google Shape;1909;p1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0" name="Google Shape;1910;p1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1" name="Google Shape;1911;p1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2" name="Google Shape;1912;p1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3" name="Google Shape;1913;p1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4" name="Google Shape;1914;p1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5" name="Google Shape;1915;p1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6" name="Google Shape;1916;p1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7" name="Google Shape;1917;p1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8" name="Google Shape;1918;p1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9" name="Google Shape;1919;p1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0" name="Google Shape;1920;p1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1" name="Google Shape;1921;p1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2" name="Google Shape;1922;p1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3" name="Google Shape;1923;p1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4" name="Google Shape;1924;p1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5" name="Google Shape;1925;p1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6" name="Google Shape;1926;p1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7" name="Google Shape;1927;p1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8" name="Google Shape;1928;p1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9" name="Google Shape;1929;p1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0" name="Google Shape;1930;p1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1" name="Google Shape;1931;p1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2" name="Google Shape;1932;p1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3" name="Google Shape;1933;p1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4" name="Google Shape;1934;p1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5" name="Google Shape;1935;p1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6" name="Google Shape;1936;p1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7" name="Google Shape;1937;p1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8" name="Google Shape;1938;p1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39" name="Google Shape;1939;p13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1940" name="Google Shape;1940;p1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1" name="Google Shape;1941;p1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2" name="Google Shape;1942;p1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3" name="Google Shape;1943;p1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4" name="Google Shape;1944;p1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1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6" name="Google Shape;1946;p1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7" name="Google Shape;1947;p1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8" name="Google Shape;1948;p1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9" name="Google Shape;1949;p1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0" name="Google Shape;1950;p1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1" name="Google Shape;1951;p1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2" name="Google Shape;1952;p1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3" name="Google Shape;1953;p1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4" name="Google Shape;1954;p1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5" name="Google Shape;1955;p1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6" name="Google Shape;1956;p1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7" name="Google Shape;1957;p1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8" name="Google Shape;1958;p1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9" name="Google Shape;1959;p1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0" name="Google Shape;1960;p1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1" name="Google Shape;1961;p1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2" name="Google Shape;1962;p1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3" name="Google Shape;1963;p1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4" name="Google Shape;1964;p1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5" name="Google Shape;1965;p1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6" name="Google Shape;1966;p1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7" name="Google Shape;1967;p1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8" name="Google Shape;1968;p1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9" name="Google Shape;1969;p1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0" name="Google Shape;1970;p1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1" name="Google Shape;1971;p1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2" name="Google Shape;1972;p1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3" name="Google Shape;1973;p1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4" name="Google Shape;1974;p1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5" name="Google Shape;1975;p1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6" name="Google Shape;1976;p1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7" name="Google Shape;1977;p1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8" name="Google Shape;1978;p1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9" name="Google Shape;1979;p1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0" name="Google Shape;1980;p1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1" name="Google Shape;1981;p1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2" name="Google Shape;1982;p1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3" name="Google Shape;1983;p1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4" name="Google Shape;1984;p1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5" name="Google Shape;1985;p1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6" name="Google Shape;1986;p1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7" name="Google Shape;1987;p1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8" name="Google Shape;1988;p1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9" name="Google Shape;1989;p1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0" name="Google Shape;1990;p1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1" name="Google Shape;1991;p1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2" name="Google Shape;1992;p1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3" name="Google Shape;1993;p1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4" name="Google Shape;1994;p1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5" name="Google Shape;1995;p1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6" name="Google Shape;1996;p1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7" name="Google Shape;1997;p1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8" name="Google Shape;1998;p1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9" name="Google Shape;1999;p1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0" name="Google Shape;2000;p1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1" name="Google Shape;2001;p1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2" name="Google Shape;2002;p1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3" name="Google Shape;2003;p1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4" name="Google Shape;2004;p1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5" name="Google Shape;2005;p1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6" name="Google Shape;2006;p1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7" name="Google Shape;2007;p1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8" name="Google Shape;2008;p1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9" name="Google Shape;2009;p1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0" name="Google Shape;2010;p1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1" name="Google Shape;2011;p1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2" name="Google Shape;2012;p1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3" name="Google Shape;2013;p1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4" name="Google Shape;2014;p1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5" name="Google Shape;2015;p1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6" name="Google Shape;2016;p1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7" name="Google Shape;2017;p1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8" name="Google Shape;2018;p1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9" name="Google Shape;2019;p1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0" name="Google Shape;2020;p1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1" name="Google Shape;2021;p1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2" name="Google Shape;2022;p1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3" name="Google Shape;2023;p1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4" name="Google Shape;2024;p1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5" name="Google Shape;2025;p1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6" name="Google Shape;2026;p1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7" name="Google Shape;2027;p1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8" name="Google Shape;2028;p1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9" name="Google Shape;2029;p1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0" name="Google Shape;2030;p1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1" name="Google Shape;2031;p1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32" name="Google Shape;2032;p13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13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13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13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6" name="Google Shape;2036;p13"/>
          <p:cNvSpPr/>
          <p:nvPr/>
        </p:nvSpPr>
        <p:spPr>
          <a:xfrm rot="10800000">
            <a:off x="193800" y="1751175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3"/>
          <p:cNvSpPr/>
          <p:nvPr/>
        </p:nvSpPr>
        <p:spPr>
          <a:xfrm rot="10800000">
            <a:off x="193800" y="14036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3"/>
          <p:cNvSpPr/>
          <p:nvPr/>
        </p:nvSpPr>
        <p:spPr>
          <a:xfrm rot="10800000">
            <a:off x="193800" y="1056150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3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13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041" name="Google Shape;2041;p13"/>
          <p:cNvSpPr txBox="1"/>
          <p:nvPr>
            <p:ph idx="1" type="subTitle"/>
          </p:nvPr>
        </p:nvSpPr>
        <p:spPr>
          <a:xfrm>
            <a:off x="3306250" y="1792375"/>
            <a:ext cx="2531400" cy="5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2" name="Google Shape;2042;p13"/>
          <p:cNvSpPr txBox="1"/>
          <p:nvPr>
            <p:ph idx="2" type="subTitle"/>
          </p:nvPr>
        </p:nvSpPr>
        <p:spPr>
          <a:xfrm>
            <a:off x="3306251" y="2174175"/>
            <a:ext cx="2531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3" name="Google Shape;2043;p13"/>
          <p:cNvSpPr txBox="1"/>
          <p:nvPr>
            <p:ph hasCustomPrompt="1" idx="3" type="title"/>
          </p:nvPr>
        </p:nvSpPr>
        <p:spPr>
          <a:xfrm>
            <a:off x="4052350" y="1298325"/>
            <a:ext cx="1039200" cy="3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44" name="Google Shape;2044;p13"/>
          <p:cNvSpPr txBox="1"/>
          <p:nvPr>
            <p:ph idx="4" type="subTitle"/>
          </p:nvPr>
        </p:nvSpPr>
        <p:spPr>
          <a:xfrm>
            <a:off x="5916825" y="1792375"/>
            <a:ext cx="2531400" cy="5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500">
                <a:solidFill>
                  <a:schemeClr val="dk1"/>
                </a:solidFill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5" name="Google Shape;2045;p13"/>
          <p:cNvSpPr txBox="1"/>
          <p:nvPr>
            <p:ph idx="5" type="subTitle"/>
          </p:nvPr>
        </p:nvSpPr>
        <p:spPr>
          <a:xfrm>
            <a:off x="5916826" y="2174175"/>
            <a:ext cx="2531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6" name="Google Shape;2046;p13"/>
          <p:cNvSpPr txBox="1"/>
          <p:nvPr>
            <p:ph hasCustomPrompt="1" idx="6" type="title"/>
          </p:nvPr>
        </p:nvSpPr>
        <p:spPr>
          <a:xfrm>
            <a:off x="6662925" y="1298325"/>
            <a:ext cx="1039200" cy="3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47" name="Google Shape;2047;p13"/>
          <p:cNvSpPr txBox="1"/>
          <p:nvPr>
            <p:ph idx="7" type="subTitle"/>
          </p:nvPr>
        </p:nvSpPr>
        <p:spPr>
          <a:xfrm>
            <a:off x="695675" y="1792375"/>
            <a:ext cx="2531400" cy="5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8" name="Google Shape;2048;p13"/>
          <p:cNvSpPr txBox="1"/>
          <p:nvPr>
            <p:ph idx="8" type="subTitle"/>
          </p:nvPr>
        </p:nvSpPr>
        <p:spPr>
          <a:xfrm>
            <a:off x="695676" y="2174175"/>
            <a:ext cx="2531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9" name="Google Shape;2049;p13"/>
          <p:cNvSpPr txBox="1"/>
          <p:nvPr>
            <p:ph hasCustomPrompt="1" idx="9" type="title"/>
          </p:nvPr>
        </p:nvSpPr>
        <p:spPr>
          <a:xfrm>
            <a:off x="1441775" y="1298325"/>
            <a:ext cx="1039200" cy="3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50" name="Google Shape;2050;p13"/>
          <p:cNvSpPr txBox="1"/>
          <p:nvPr>
            <p:ph idx="13" type="subTitle"/>
          </p:nvPr>
        </p:nvSpPr>
        <p:spPr>
          <a:xfrm>
            <a:off x="3306250" y="3608200"/>
            <a:ext cx="2531400" cy="5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500">
                <a:solidFill>
                  <a:schemeClr val="dk1"/>
                </a:solidFill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1" name="Google Shape;2051;p13"/>
          <p:cNvSpPr txBox="1"/>
          <p:nvPr>
            <p:ph idx="14" type="subTitle"/>
          </p:nvPr>
        </p:nvSpPr>
        <p:spPr>
          <a:xfrm>
            <a:off x="3306251" y="3989975"/>
            <a:ext cx="2531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52" name="Google Shape;2052;p13"/>
          <p:cNvSpPr txBox="1"/>
          <p:nvPr>
            <p:ph hasCustomPrompt="1" idx="15" type="title"/>
          </p:nvPr>
        </p:nvSpPr>
        <p:spPr>
          <a:xfrm>
            <a:off x="4052350" y="3114000"/>
            <a:ext cx="1039200" cy="3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53" name="Google Shape;2053;p13"/>
          <p:cNvSpPr txBox="1"/>
          <p:nvPr>
            <p:ph idx="16" type="subTitle"/>
          </p:nvPr>
        </p:nvSpPr>
        <p:spPr>
          <a:xfrm>
            <a:off x="5916825" y="3608200"/>
            <a:ext cx="2531400" cy="5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500">
                <a:solidFill>
                  <a:schemeClr val="dk1"/>
                </a:solidFill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4" name="Google Shape;2054;p13"/>
          <p:cNvSpPr txBox="1"/>
          <p:nvPr>
            <p:ph idx="17" type="subTitle"/>
          </p:nvPr>
        </p:nvSpPr>
        <p:spPr>
          <a:xfrm>
            <a:off x="5916826" y="3989975"/>
            <a:ext cx="2531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55" name="Google Shape;2055;p13"/>
          <p:cNvSpPr txBox="1"/>
          <p:nvPr>
            <p:ph hasCustomPrompt="1" idx="18" type="title"/>
          </p:nvPr>
        </p:nvSpPr>
        <p:spPr>
          <a:xfrm>
            <a:off x="6662925" y="3114000"/>
            <a:ext cx="1039200" cy="3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56" name="Google Shape;2056;p13"/>
          <p:cNvSpPr txBox="1"/>
          <p:nvPr>
            <p:ph idx="19" type="subTitle"/>
          </p:nvPr>
        </p:nvSpPr>
        <p:spPr>
          <a:xfrm>
            <a:off x="695675" y="3608200"/>
            <a:ext cx="2531400" cy="5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500">
                <a:solidFill>
                  <a:schemeClr val="dk1"/>
                </a:solidFill>
                <a:latin typeface="Kanit SemiBold"/>
                <a:ea typeface="Kanit SemiBold"/>
                <a:cs typeface="Kanit SemiBold"/>
                <a:sym typeface="Kani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ans Medium"/>
              <a:buNone/>
              <a:defRPr sz="2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7" name="Google Shape;2057;p13"/>
          <p:cNvSpPr txBox="1"/>
          <p:nvPr>
            <p:ph idx="20" type="subTitle"/>
          </p:nvPr>
        </p:nvSpPr>
        <p:spPr>
          <a:xfrm>
            <a:off x="695676" y="3989975"/>
            <a:ext cx="25314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58" name="Google Shape;2058;p13"/>
          <p:cNvSpPr txBox="1"/>
          <p:nvPr>
            <p:ph hasCustomPrompt="1" idx="21" type="title"/>
          </p:nvPr>
        </p:nvSpPr>
        <p:spPr>
          <a:xfrm>
            <a:off x="1441775" y="3114000"/>
            <a:ext cx="1039200" cy="36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0" name="Google Shape;2060;p14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2061" name="Google Shape;2061;p14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2062" name="Google Shape;2062;p14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3" name="Google Shape;2063;p14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4" name="Google Shape;2064;p14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5" name="Google Shape;2065;p14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6" name="Google Shape;2066;p14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7" name="Google Shape;2067;p14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8" name="Google Shape;2068;p14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9" name="Google Shape;2069;p14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0" name="Google Shape;2070;p14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1" name="Google Shape;2071;p14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2" name="Google Shape;2072;p14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3" name="Google Shape;2073;p14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4" name="Google Shape;2074;p14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5" name="Google Shape;2075;p14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6" name="Google Shape;2076;p14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7" name="Google Shape;2077;p14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8" name="Google Shape;2078;p14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9" name="Google Shape;2079;p14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0" name="Google Shape;2080;p14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1" name="Google Shape;2081;p14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2" name="Google Shape;2082;p14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3" name="Google Shape;2083;p14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4" name="Google Shape;2084;p14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5" name="Google Shape;2085;p14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6" name="Google Shape;2086;p14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7" name="Google Shape;2087;p14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8" name="Google Shape;2088;p14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9" name="Google Shape;2089;p14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0" name="Google Shape;2090;p14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1" name="Google Shape;2091;p14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2" name="Google Shape;2092;p14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3" name="Google Shape;2093;p14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4" name="Google Shape;2094;p14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5" name="Google Shape;2095;p14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6" name="Google Shape;2096;p14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7" name="Google Shape;2097;p14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8" name="Google Shape;2098;p14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9" name="Google Shape;2099;p14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0" name="Google Shape;2100;p14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1" name="Google Shape;2101;p14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2" name="Google Shape;2102;p14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3" name="Google Shape;2103;p14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4" name="Google Shape;2104;p14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5" name="Google Shape;2105;p14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6" name="Google Shape;2106;p14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7" name="Google Shape;2107;p14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8" name="Google Shape;2108;p14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9" name="Google Shape;2109;p14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0" name="Google Shape;2110;p14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1" name="Google Shape;2111;p14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2" name="Google Shape;2112;p14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3" name="Google Shape;2113;p14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4" name="Google Shape;2114;p14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5" name="Google Shape;2115;p14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6" name="Google Shape;2116;p14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7" name="Google Shape;2117;p14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8" name="Google Shape;2118;p14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9" name="Google Shape;2119;p14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0" name="Google Shape;2120;p14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1" name="Google Shape;2121;p14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2" name="Google Shape;2122;p14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3" name="Google Shape;2123;p14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4" name="Google Shape;2124;p14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5" name="Google Shape;2125;p14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6" name="Google Shape;2126;p14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7" name="Google Shape;2127;p14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8" name="Google Shape;2128;p14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9" name="Google Shape;2129;p14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0" name="Google Shape;2130;p14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1" name="Google Shape;2131;p14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2" name="Google Shape;2132;p14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3" name="Google Shape;2133;p14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4" name="Google Shape;2134;p14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5" name="Google Shape;2135;p14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6" name="Google Shape;2136;p14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7" name="Google Shape;2137;p14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8" name="Google Shape;2138;p14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9" name="Google Shape;2139;p14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0" name="Google Shape;2140;p14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1" name="Google Shape;2141;p14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2" name="Google Shape;2142;p14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3" name="Google Shape;2143;p14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4" name="Google Shape;2144;p14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5" name="Google Shape;2145;p14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6" name="Google Shape;2146;p14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7" name="Google Shape;2147;p14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8" name="Google Shape;2148;p14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9" name="Google Shape;2149;p14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0" name="Google Shape;2150;p14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1" name="Google Shape;2151;p14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2" name="Google Shape;2152;p14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3" name="Google Shape;2153;p14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154" name="Google Shape;2154;p14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2155" name="Google Shape;2155;p14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6" name="Google Shape;2156;p14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7" name="Google Shape;2157;p14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8" name="Google Shape;2158;p14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9" name="Google Shape;2159;p14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0" name="Google Shape;2160;p14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1" name="Google Shape;2161;p14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2" name="Google Shape;2162;p14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3" name="Google Shape;2163;p14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4" name="Google Shape;2164;p14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5" name="Google Shape;2165;p14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6" name="Google Shape;2166;p14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7" name="Google Shape;2167;p14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8" name="Google Shape;2168;p14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9" name="Google Shape;2169;p14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0" name="Google Shape;2170;p14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1" name="Google Shape;2171;p14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2" name="Google Shape;2172;p14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3" name="Google Shape;2173;p14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4" name="Google Shape;2174;p14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5" name="Google Shape;2175;p14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6" name="Google Shape;2176;p14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7" name="Google Shape;2177;p14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8" name="Google Shape;2178;p14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9" name="Google Shape;2179;p14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0" name="Google Shape;2180;p14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1" name="Google Shape;2181;p14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2" name="Google Shape;2182;p14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3" name="Google Shape;2183;p14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4" name="Google Shape;2184;p14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5" name="Google Shape;2185;p14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6" name="Google Shape;2186;p14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7" name="Google Shape;2187;p14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8" name="Google Shape;2188;p14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9" name="Google Shape;2189;p14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0" name="Google Shape;2190;p14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1" name="Google Shape;2191;p14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2" name="Google Shape;2192;p14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3" name="Google Shape;2193;p14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4" name="Google Shape;2194;p14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5" name="Google Shape;2195;p14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6" name="Google Shape;2196;p14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7" name="Google Shape;2197;p14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8" name="Google Shape;2198;p14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9" name="Google Shape;2199;p14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0" name="Google Shape;2200;p14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1" name="Google Shape;2201;p14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2" name="Google Shape;2202;p14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3" name="Google Shape;2203;p14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4" name="Google Shape;2204;p14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5" name="Google Shape;2205;p14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6" name="Google Shape;2206;p14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7" name="Google Shape;2207;p14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8" name="Google Shape;2208;p14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9" name="Google Shape;2209;p14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0" name="Google Shape;2210;p14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1" name="Google Shape;2211;p14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2" name="Google Shape;2212;p14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3" name="Google Shape;2213;p14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4" name="Google Shape;2214;p14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5" name="Google Shape;2215;p14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6" name="Google Shape;2216;p14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7" name="Google Shape;2217;p14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8" name="Google Shape;2218;p14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9" name="Google Shape;2219;p14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0" name="Google Shape;2220;p14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1" name="Google Shape;2221;p14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2" name="Google Shape;2222;p14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3" name="Google Shape;2223;p14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4" name="Google Shape;2224;p14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5" name="Google Shape;2225;p14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6" name="Google Shape;2226;p14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7" name="Google Shape;2227;p14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8" name="Google Shape;2228;p14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9" name="Google Shape;2229;p14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0" name="Google Shape;2230;p14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1" name="Google Shape;2231;p14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2" name="Google Shape;2232;p14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3" name="Google Shape;2233;p14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4" name="Google Shape;2234;p14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5" name="Google Shape;2235;p14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6" name="Google Shape;2236;p14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7" name="Google Shape;2237;p14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8" name="Google Shape;2238;p14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9" name="Google Shape;2239;p14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0" name="Google Shape;2240;p14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1" name="Google Shape;2241;p14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2" name="Google Shape;2242;p14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3" name="Google Shape;2243;p14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4" name="Google Shape;2244;p14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5" name="Google Shape;2245;p14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6" name="Google Shape;2246;p14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47" name="Google Shape;2247;p14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14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14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14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1" name="Google Shape;2251;p14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14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53" name="Google Shape;2253;p14"/>
          <p:cNvSpPr txBox="1"/>
          <p:nvPr>
            <p:ph idx="1" type="subTitle"/>
          </p:nvPr>
        </p:nvSpPr>
        <p:spPr>
          <a:xfrm>
            <a:off x="820611" y="2308526"/>
            <a:ext cx="7502700" cy="51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2254" name="Google Shape;2254;p14"/>
          <p:cNvSpPr txBox="1"/>
          <p:nvPr>
            <p:ph idx="2" type="subTitle"/>
          </p:nvPr>
        </p:nvSpPr>
        <p:spPr>
          <a:xfrm>
            <a:off x="820600" y="2741827"/>
            <a:ext cx="7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55" name="Google Shape;2255;p14"/>
          <p:cNvSpPr txBox="1"/>
          <p:nvPr>
            <p:ph idx="3" type="subTitle"/>
          </p:nvPr>
        </p:nvSpPr>
        <p:spPr>
          <a:xfrm>
            <a:off x="820611" y="1160375"/>
            <a:ext cx="7502700" cy="51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2256" name="Google Shape;2256;p14"/>
          <p:cNvSpPr txBox="1"/>
          <p:nvPr>
            <p:ph idx="4" type="subTitle"/>
          </p:nvPr>
        </p:nvSpPr>
        <p:spPr>
          <a:xfrm>
            <a:off x="820600" y="1593810"/>
            <a:ext cx="7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57" name="Google Shape;2257;p14"/>
          <p:cNvSpPr txBox="1"/>
          <p:nvPr>
            <p:ph idx="5" type="subTitle"/>
          </p:nvPr>
        </p:nvSpPr>
        <p:spPr>
          <a:xfrm>
            <a:off x="820611" y="3456540"/>
            <a:ext cx="7502700" cy="51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2258" name="Google Shape;2258;p14"/>
          <p:cNvSpPr txBox="1"/>
          <p:nvPr>
            <p:ph idx="6" type="subTitle"/>
          </p:nvPr>
        </p:nvSpPr>
        <p:spPr>
          <a:xfrm>
            <a:off x="820600" y="3889850"/>
            <a:ext cx="7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0" name="Google Shape;2260;p15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2261" name="Google Shape;2261;p15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2262" name="Google Shape;2262;p15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3" name="Google Shape;2263;p15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4" name="Google Shape;2264;p15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5" name="Google Shape;2265;p15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6" name="Google Shape;2266;p15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7" name="Google Shape;2267;p15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8" name="Google Shape;2268;p15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9" name="Google Shape;2269;p15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0" name="Google Shape;2270;p15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1" name="Google Shape;2271;p15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2" name="Google Shape;2272;p15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3" name="Google Shape;2273;p15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4" name="Google Shape;2274;p15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5" name="Google Shape;2275;p15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6" name="Google Shape;2276;p15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7" name="Google Shape;2277;p15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8" name="Google Shape;2278;p15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9" name="Google Shape;2279;p15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0" name="Google Shape;2280;p15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1" name="Google Shape;2281;p15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2" name="Google Shape;2282;p15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3" name="Google Shape;2283;p15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4" name="Google Shape;2284;p15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5" name="Google Shape;2285;p15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6" name="Google Shape;2286;p15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7" name="Google Shape;2287;p15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8" name="Google Shape;2288;p15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9" name="Google Shape;2289;p15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0" name="Google Shape;2290;p15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1" name="Google Shape;2291;p15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2" name="Google Shape;2292;p15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3" name="Google Shape;2293;p15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4" name="Google Shape;2294;p15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5" name="Google Shape;2295;p15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6" name="Google Shape;2296;p15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7" name="Google Shape;2297;p15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8" name="Google Shape;2298;p15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9" name="Google Shape;2299;p15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0" name="Google Shape;2300;p15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1" name="Google Shape;2301;p15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2" name="Google Shape;2302;p15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3" name="Google Shape;2303;p15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4" name="Google Shape;2304;p15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5" name="Google Shape;2305;p15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6" name="Google Shape;2306;p15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7" name="Google Shape;2307;p15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8" name="Google Shape;2308;p15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9" name="Google Shape;2309;p15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0" name="Google Shape;2310;p15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1" name="Google Shape;2311;p15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2" name="Google Shape;2312;p15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3" name="Google Shape;2313;p15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4" name="Google Shape;2314;p15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5" name="Google Shape;2315;p15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6" name="Google Shape;2316;p15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7" name="Google Shape;2317;p15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8" name="Google Shape;2318;p15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9" name="Google Shape;2319;p15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0" name="Google Shape;2320;p15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1" name="Google Shape;2321;p15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2" name="Google Shape;2322;p15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3" name="Google Shape;2323;p15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4" name="Google Shape;2324;p15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5" name="Google Shape;2325;p15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6" name="Google Shape;2326;p15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7" name="Google Shape;2327;p15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8" name="Google Shape;2328;p15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9" name="Google Shape;2329;p15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0" name="Google Shape;2330;p15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1" name="Google Shape;2331;p15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2" name="Google Shape;2332;p15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3" name="Google Shape;2333;p15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4" name="Google Shape;2334;p15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5" name="Google Shape;2335;p15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6" name="Google Shape;2336;p15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7" name="Google Shape;2337;p15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8" name="Google Shape;2338;p15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9" name="Google Shape;2339;p15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0" name="Google Shape;2340;p15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1" name="Google Shape;2341;p15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2" name="Google Shape;2342;p15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3" name="Google Shape;2343;p15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4" name="Google Shape;2344;p15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5" name="Google Shape;2345;p15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6" name="Google Shape;2346;p15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7" name="Google Shape;2347;p15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8" name="Google Shape;2348;p15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9" name="Google Shape;2349;p15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0" name="Google Shape;2350;p15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1" name="Google Shape;2351;p15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2" name="Google Shape;2352;p15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3" name="Google Shape;2353;p15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54" name="Google Shape;2354;p15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2355" name="Google Shape;2355;p15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6" name="Google Shape;2356;p15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7" name="Google Shape;2357;p15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8" name="Google Shape;2358;p15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9" name="Google Shape;2359;p15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0" name="Google Shape;2360;p15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1" name="Google Shape;2361;p15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2" name="Google Shape;2362;p15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3" name="Google Shape;2363;p15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4" name="Google Shape;2364;p15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5" name="Google Shape;2365;p15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6" name="Google Shape;2366;p15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7" name="Google Shape;2367;p15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8" name="Google Shape;2368;p15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9" name="Google Shape;2369;p15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0" name="Google Shape;2370;p15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1" name="Google Shape;2371;p15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2" name="Google Shape;2372;p15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3" name="Google Shape;2373;p15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4" name="Google Shape;2374;p15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5" name="Google Shape;2375;p15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6" name="Google Shape;2376;p15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7" name="Google Shape;2377;p15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8" name="Google Shape;2378;p15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9" name="Google Shape;2379;p15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0" name="Google Shape;2380;p15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1" name="Google Shape;2381;p15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2" name="Google Shape;2382;p15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3" name="Google Shape;2383;p15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4" name="Google Shape;2384;p15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5" name="Google Shape;2385;p15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6" name="Google Shape;2386;p15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7" name="Google Shape;2387;p15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8" name="Google Shape;2388;p15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9" name="Google Shape;2389;p15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0" name="Google Shape;2390;p15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1" name="Google Shape;2391;p15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2" name="Google Shape;2392;p15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3" name="Google Shape;2393;p15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4" name="Google Shape;2394;p15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5" name="Google Shape;2395;p15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6" name="Google Shape;2396;p15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7" name="Google Shape;2397;p15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8" name="Google Shape;2398;p15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9" name="Google Shape;2399;p15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0" name="Google Shape;2400;p15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1" name="Google Shape;2401;p15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2" name="Google Shape;2402;p15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3" name="Google Shape;2403;p15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4" name="Google Shape;2404;p15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5" name="Google Shape;2405;p15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6" name="Google Shape;2406;p15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7" name="Google Shape;2407;p15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8" name="Google Shape;2408;p15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9" name="Google Shape;2409;p15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0" name="Google Shape;2410;p15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1" name="Google Shape;2411;p15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2" name="Google Shape;2412;p15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3" name="Google Shape;2413;p15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4" name="Google Shape;2414;p15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5" name="Google Shape;2415;p15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6" name="Google Shape;2416;p15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7" name="Google Shape;2417;p15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8" name="Google Shape;2418;p15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9" name="Google Shape;2419;p15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0" name="Google Shape;2420;p15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1" name="Google Shape;2421;p15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2" name="Google Shape;2422;p15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3" name="Google Shape;2423;p15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4" name="Google Shape;2424;p15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5" name="Google Shape;2425;p15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6" name="Google Shape;2426;p15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7" name="Google Shape;2427;p15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8" name="Google Shape;2428;p15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9" name="Google Shape;2429;p15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0" name="Google Shape;2430;p15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1" name="Google Shape;2431;p15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2" name="Google Shape;2432;p15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3" name="Google Shape;2433;p15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4" name="Google Shape;2434;p15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5" name="Google Shape;2435;p15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6" name="Google Shape;2436;p15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7" name="Google Shape;2437;p15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8" name="Google Shape;2438;p15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9" name="Google Shape;2439;p15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0" name="Google Shape;2440;p15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1" name="Google Shape;2441;p15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2" name="Google Shape;2442;p15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3" name="Google Shape;2443;p15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4" name="Google Shape;2444;p15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5" name="Google Shape;2445;p15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6" name="Google Shape;2446;p15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447" name="Google Shape;2447;p15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15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15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15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1" name="Google Shape;2451;p15"/>
          <p:cNvSpPr/>
          <p:nvPr/>
        </p:nvSpPr>
        <p:spPr>
          <a:xfrm flipH="1">
            <a:off x="186793" y="1764339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15"/>
          <p:cNvSpPr/>
          <p:nvPr/>
        </p:nvSpPr>
        <p:spPr>
          <a:xfrm flipH="1">
            <a:off x="186793" y="2148390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15"/>
          <p:cNvSpPr/>
          <p:nvPr/>
        </p:nvSpPr>
        <p:spPr>
          <a:xfrm flipH="1">
            <a:off x="180138" y="2532442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15"/>
          <p:cNvSpPr/>
          <p:nvPr/>
        </p:nvSpPr>
        <p:spPr>
          <a:xfrm flipH="1">
            <a:off x="216894" y="2913217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15"/>
          <p:cNvSpPr/>
          <p:nvPr/>
        </p:nvSpPr>
        <p:spPr>
          <a:xfrm flipH="1">
            <a:off x="216894" y="3297268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15"/>
          <p:cNvSpPr/>
          <p:nvPr/>
        </p:nvSpPr>
        <p:spPr>
          <a:xfrm>
            <a:off x="476475" y="597400"/>
            <a:ext cx="8187600" cy="4449900"/>
          </a:xfrm>
          <a:prstGeom prst="round2SameRect">
            <a:avLst>
              <a:gd fmla="val 16667" name="adj1"/>
              <a:gd fmla="val 0" name="adj2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1143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15"/>
          <p:cNvSpPr/>
          <p:nvPr/>
        </p:nvSpPr>
        <p:spPr>
          <a:xfrm>
            <a:off x="4540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15"/>
          <p:cNvSpPr/>
          <p:nvPr/>
        </p:nvSpPr>
        <p:spPr>
          <a:xfrm>
            <a:off x="37565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15"/>
          <p:cNvSpPr/>
          <p:nvPr/>
        </p:nvSpPr>
        <p:spPr>
          <a:xfrm>
            <a:off x="532518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15"/>
          <p:cNvSpPr txBox="1"/>
          <p:nvPr>
            <p:ph type="title"/>
          </p:nvPr>
        </p:nvSpPr>
        <p:spPr>
          <a:xfrm>
            <a:off x="1630470" y="3219975"/>
            <a:ext cx="5883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2461" name="Google Shape;2461;p15"/>
          <p:cNvSpPr txBox="1"/>
          <p:nvPr>
            <p:ph idx="1" type="subTitle"/>
          </p:nvPr>
        </p:nvSpPr>
        <p:spPr>
          <a:xfrm>
            <a:off x="1630425" y="1447175"/>
            <a:ext cx="5883000" cy="14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3" name="Google Shape;2463;p16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2464" name="Google Shape;2464;p16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2465" name="Google Shape;2465;p16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6" name="Google Shape;2466;p16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7" name="Google Shape;2467;p16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8" name="Google Shape;2468;p16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69" name="Google Shape;2469;p16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0" name="Google Shape;2470;p16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1" name="Google Shape;2471;p16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2" name="Google Shape;2472;p16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3" name="Google Shape;2473;p16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4" name="Google Shape;2474;p16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5" name="Google Shape;2475;p16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6" name="Google Shape;2476;p16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7" name="Google Shape;2477;p16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8" name="Google Shape;2478;p16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9" name="Google Shape;2479;p16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0" name="Google Shape;2480;p16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1" name="Google Shape;2481;p16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2" name="Google Shape;2482;p16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3" name="Google Shape;2483;p16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4" name="Google Shape;2484;p16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5" name="Google Shape;2485;p16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6" name="Google Shape;2486;p16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7" name="Google Shape;2487;p16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8" name="Google Shape;2488;p16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89" name="Google Shape;2489;p16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0" name="Google Shape;2490;p16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1" name="Google Shape;2491;p16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2" name="Google Shape;2492;p16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3" name="Google Shape;2493;p16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4" name="Google Shape;2494;p16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5" name="Google Shape;2495;p16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6" name="Google Shape;2496;p16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7" name="Google Shape;2497;p16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8" name="Google Shape;2498;p16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9" name="Google Shape;2499;p16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0" name="Google Shape;2500;p16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1" name="Google Shape;2501;p16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2" name="Google Shape;2502;p16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3" name="Google Shape;2503;p16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4" name="Google Shape;2504;p16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5" name="Google Shape;2505;p16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6" name="Google Shape;2506;p16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7" name="Google Shape;2507;p16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8" name="Google Shape;2508;p16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09" name="Google Shape;2509;p16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0" name="Google Shape;2510;p16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1" name="Google Shape;2511;p16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2" name="Google Shape;2512;p16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3" name="Google Shape;2513;p16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4" name="Google Shape;2514;p16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5" name="Google Shape;2515;p16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6" name="Google Shape;2516;p16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7" name="Google Shape;2517;p16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8" name="Google Shape;2518;p16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9" name="Google Shape;2519;p16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0" name="Google Shape;2520;p16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1" name="Google Shape;2521;p16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2" name="Google Shape;2522;p16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3" name="Google Shape;2523;p16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4" name="Google Shape;2524;p16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5" name="Google Shape;2525;p16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6" name="Google Shape;2526;p16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7" name="Google Shape;2527;p16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8" name="Google Shape;2528;p16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9" name="Google Shape;2529;p16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0" name="Google Shape;2530;p16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1" name="Google Shape;2531;p16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2" name="Google Shape;2532;p16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3" name="Google Shape;2533;p16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4" name="Google Shape;2534;p16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5" name="Google Shape;2535;p16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6" name="Google Shape;2536;p16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7" name="Google Shape;2537;p16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8" name="Google Shape;2538;p16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9" name="Google Shape;2539;p16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0" name="Google Shape;2540;p16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1" name="Google Shape;2541;p16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2" name="Google Shape;2542;p16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3" name="Google Shape;2543;p16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4" name="Google Shape;2544;p16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5" name="Google Shape;2545;p16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6" name="Google Shape;2546;p16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7" name="Google Shape;2547;p16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8" name="Google Shape;2548;p16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9" name="Google Shape;2549;p16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0" name="Google Shape;2550;p16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1" name="Google Shape;2551;p16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2" name="Google Shape;2552;p16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3" name="Google Shape;2553;p16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4" name="Google Shape;2554;p16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5" name="Google Shape;2555;p16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6" name="Google Shape;2556;p16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557" name="Google Shape;2557;p16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2558" name="Google Shape;2558;p16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9" name="Google Shape;2559;p16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0" name="Google Shape;2560;p16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1" name="Google Shape;2561;p16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2" name="Google Shape;2562;p16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3" name="Google Shape;2563;p16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4" name="Google Shape;2564;p16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5" name="Google Shape;2565;p16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6" name="Google Shape;2566;p16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7" name="Google Shape;2567;p16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8" name="Google Shape;2568;p16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9" name="Google Shape;2569;p16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0" name="Google Shape;2570;p16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1" name="Google Shape;2571;p16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2" name="Google Shape;2572;p16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3" name="Google Shape;2573;p16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4" name="Google Shape;2574;p16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5" name="Google Shape;2575;p16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6" name="Google Shape;2576;p16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7" name="Google Shape;2577;p16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8" name="Google Shape;2578;p16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9" name="Google Shape;2579;p16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0" name="Google Shape;2580;p16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1" name="Google Shape;2581;p16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2" name="Google Shape;2582;p16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3" name="Google Shape;2583;p16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4" name="Google Shape;2584;p16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5" name="Google Shape;2585;p16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6" name="Google Shape;2586;p16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7" name="Google Shape;2587;p16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8" name="Google Shape;2588;p16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9" name="Google Shape;2589;p16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0" name="Google Shape;2590;p16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1" name="Google Shape;2591;p16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2" name="Google Shape;2592;p16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3" name="Google Shape;2593;p16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4" name="Google Shape;2594;p16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5" name="Google Shape;2595;p16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6" name="Google Shape;2596;p16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7" name="Google Shape;2597;p16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8" name="Google Shape;2598;p16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9" name="Google Shape;2599;p16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0" name="Google Shape;2600;p16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1" name="Google Shape;2601;p16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2" name="Google Shape;2602;p16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3" name="Google Shape;2603;p16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4" name="Google Shape;2604;p16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5" name="Google Shape;2605;p16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6" name="Google Shape;2606;p16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7" name="Google Shape;2607;p16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8" name="Google Shape;2608;p16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9" name="Google Shape;2609;p16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0" name="Google Shape;2610;p16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1" name="Google Shape;2611;p16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2" name="Google Shape;2612;p16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3" name="Google Shape;2613;p16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4" name="Google Shape;2614;p16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5" name="Google Shape;2615;p16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6" name="Google Shape;2616;p16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7" name="Google Shape;2617;p16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8" name="Google Shape;2618;p16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9" name="Google Shape;2619;p16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0" name="Google Shape;2620;p16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1" name="Google Shape;2621;p16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2" name="Google Shape;2622;p16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3" name="Google Shape;2623;p16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4" name="Google Shape;2624;p16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5" name="Google Shape;2625;p16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6" name="Google Shape;2626;p16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7" name="Google Shape;2627;p16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8" name="Google Shape;2628;p16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9" name="Google Shape;2629;p16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0" name="Google Shape;2630;p16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1" name="Google Shape;2631;p16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2" name="Google Shape;2632;p16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3" name="Google Shape;2633;p16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4" name="Google Shape;2634;p16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5" name="Google Shape;2635;p16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6" name="Google Shape;2636;p16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7" name="Google Shape;2637;p16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8" name="Google Shape;2638;p16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9" name="Google Shape;2639;p16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0" name="Google Shape;2640;p16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1" name="Google Shape;2641;p16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2" name="Google Shape;2642;p16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3" name="Google Shape;2643;p16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4" name="Google Shape;2644;p16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5" name="Google Shape;2645;p16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6" name="Google Shape;2646;p16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7" name="Google Shape;2647;p16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8" name="Google Shape;2648;p16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9" name="Google Shape;2649;p16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650" name="Google Shape;2650;p16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16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16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16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4" name="Google Shape;2654;p16"/>
          <p:cNvSpPr/>
          <p:nvPr/>
        </p:nvSpPr>
        <p:spPr>
          <a:xfrm flipH="1" rot="5400000">
            <a:off x="5121407" y="171583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16"/>
          <p:cNvSpPr/>
          <p:nvPr/>
        </p:nvSpPr>
        <p:spPr>
          <a:xfrm flipH="1" rot="5400000">
            <a:off x="4737356" y="171583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16"/>
          <p:cNvSpPr/>
          <p:nvPr/>
        </p:nvSpPr>
        <p:spPr>
          <a:xfrm flipH="1" rot="5400000">
            <a:off x="4349926" y="168205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16"/>
          <p:cNvSpPr/>
          <p:nvPr/>
        </p:nvSpPr>
        <p:spPr>
          <a:xfrm flipH="1" rot="5400000">
            <a:off x="3985891" y="184945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16"/>
          <p:cNvSpPr/>
          <p:nvPr/>
        </p:nvSpPr>
        <p:spPr>
          <a:xfrm flipH="1" rot="5400000">
            <a:off x="3603426" y="186532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5000">
                <a:schemeClr val="accent3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16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16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" name="Google Shape;2662;p17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2663" name="Google Shape;2663;p17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2664" name="Google Shape;2664;p17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5" name="Google Shape;2665;p17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6" name="Google Shape;2666;p17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7" name="Google Shape;2667;p17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8" name="Google Shape;2668;p17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9" name="Google Shape;2669;p17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0" name="Google Shape;2670;p17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1" name="Google Shape;2671;p17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2" name="Google Shape;2672;p17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3" name="Google Shape;2673;p17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4" name="Google Shape;2674;p17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5" name="Google Shape;2675;p17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6" name="Google Shape;2676;p17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7" name="Google Shape;2677;p17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8" name="Google Shape;2678;p17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9" name="Google Shape;2679;p17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0" name="Google Shape;2680;p17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1" name="Google Shape;2681;p17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2" name="Google Shape;2682;p17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3" name="Google Shape;2683;p17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4" name="Google Shape;2684;p17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5" name="Google Shape;2685;p17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6" name="Google Shape;2686;p17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7" name="Google Shape;2687;p17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8" name="Google Shape;2688;p17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9" name="Google Shape;2689;p17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0" name="Google Shape;2690;p17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1" name="Google Shape;2691;p17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2" name="Google Shape;2692;p17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3" name="Google Shape;2693;p17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4" name="Google Shape;2694;p17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5" name="Google Shape;2695;p17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6" name="Google Shape;2696;p17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7" name="Google Shape;2697;p17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8" name="Google Shape;2698;p17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9" name="Google Shape;2699;p17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0" name="Google Shape;2700;p17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1" name="Google Shape;2701;p17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2" name="Google Shape;2702;p17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3" name="Google Shape;2703;p17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4" name="Google Shape;2704;p17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5" name="Google Shape;2705;p17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6" name="Google Shape;2706;p17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7" name="Google Shape;2707;p17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8" name="Google Shape;2708;p17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9" name="Google Shape;2709;p17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0" name="Google Shape;2710;p17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1" name="Google Shape;2711;p17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2" name="Google Shape;2712;p17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3" name="Google Shape;2713;p17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4" name="Google Shape;2714;p17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5" name="Google Shape;2715;p17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6" name="Google Shape;2716;p17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7" name="Google Shape;2717;p17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8" name="Google Shape;2718;p17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9" name="Google Shape;2719;p17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0" name="Google Shape;2720;p17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1" name="Google Shape;2721;p17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2" name="Google Shape;2722;p17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3" name="Google Shape;2723;p17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4" name="Google Shape;2724;p17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5" name="Google Shape;2725;p17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6" name="Google Shape;2726;p17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7" name="Google Shape;2727;p17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8" name="Google Shape;2728;p17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9" name="Google Shape;2729;p17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0" name="Google Shape;2730;p17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1" name="Google Shape;2731;p17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2" name="Google Shape;2732;p17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3" name="Google Shape;2733;p17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4" name="Google Shape;2734;p17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5" name="Google Shape;2735;p17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6" name="Google Shape;2736;p17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7" name="Google Shape;2737;p17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8" name="Google Shape;2738;p17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9" name="Google Shape;2739;p17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0" name="Google Shape;2740;p17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1" name="Google Shape;2741;p17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2" name="Google Shape;2742;p17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3" name="Google Shape;2743;p17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4" name="Google Shape;2744;p17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5" name="Google Shape;2745;p17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6" name="Google Shape;2746;p17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7" name="Google Shape;2747;p17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8" name="Google Shape;2748;p17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9" name="Google Shape;2749;p17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0" name="Google Shape;2750;p17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1" name="Google Shape;2751;p17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2" name="Google Shape;2752;p17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3" name="Google Shape;2753;p17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4" name="Google Shape;2754;p17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5" name="Google Shape;2755;p17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756" name="Google Shape;2756;p17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2757" name="Google Shape;2757;p17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8" name="Google Shape;2758;p17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9" name="Google Shape;2759;p17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0" name="Google Shape;2760;p17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1" name="Google Shape;2761;p17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2" name="Google Shape;2762;p17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3" name="Google Shape;2763;p17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4" name="Google Shape;2764;p17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5" name="Google Shape;2765;p17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6" name="Google Shape;2766;p17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7" name="Google Shape;2767;p17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8" name="Google Shape;2768;p17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9" name="Google Shape;2769;p17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0" name="Google Shape;2770;p17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1" name="Google Shape;2771;p17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2" name="Google Shape;2772;p17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3" name="Google Shape;2773;p17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4" name="Google Shape;2774;p17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5" name="Google Shape;2775;p17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6" name="Google Shape;2776;p17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7" name="Google Shape;2777;p17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8" name="Google Shape;2778;p17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9" name="Google Shape;2779;p17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0" name="Google Shape;2780;p17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1" name="Google Shape;2781;p17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2" name="Google Shape;2782;p17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3" name="Google Shape;2783;p17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4" name="Google Shape;2784;p17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5" name="Google Shape;2785;p17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6" name="Google Shape;2786;p17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7" name="Google Shape;2787;p17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8" name="Google Shape;2788;p17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9" name="Google Shape;2789;p17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0" name="Google Shape;2790;p17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1" name="Google Shape;2791;p17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2" name="Google Shape;2792;p17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3" name="Google Shape;2793;p17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4" name="Google Shape;2794;p17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5" name="Google Shape;2795;p17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6" name="Google Shape;2796;p17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7" name="Google Shape;2797;p17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8" name="Google Shape;2798;p17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9" name="Google Shape;2799;p17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0" name="Google Shape;2800;p17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1" name="Google Shape;2801;p17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2" name="Google Shape;2802;p17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3" name="Google Shape;2803;p17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4" name="Google Shape;2804;p17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5" name="Google Shape;2805;p17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6" name="Google Shape;2806;p17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7" name="Google Shape;2807;p17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8" name="Google Shape;2808;p17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9" name="Google Shape;2809;p17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0" name="Google Shape;2810;p17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1" name="Google Shape;2811;p17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2" name="Google Shape;2812;p17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3" name="Google Shape;2813;p17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4" name="Google Shape;2814;p17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5" name="Google Shape;2815;p17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6" name="Google Shape;2816;p17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7" name="Google Shape;2817;p17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8" name="Google Shape;2818;p17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9" name="Google Shape;2819;p17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0" name="Google Shape;2820;p17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1" name="Google Shape;2821;p17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2" name="Google Shape;2822;p17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3" name="Google Shape;2823;p17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4" name="Google Shape;2824;p17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5" name="Google Shape;2825;p17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6" name="Google Shape;2826;p17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7" name="Google Shape;2827;p17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8" name="Google Shape;2828;p17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9" name="Google Shape;2829;p17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0" name="Google Shape;2830;p17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1" name="Google Shape;2831;p17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2" name="Google Shape;2832;p17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3" name="Google Shape;2833;p17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4" name="Google Shape;2834;p17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5" name="Google Shape;2835;p17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6" name="Google Shape;2836;p17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7" name="Google Shape;2837;p17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8" name="Google Shape;2838;p17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9" name="Google Shape;2839;p17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0" name="Google Shape;2840;p17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1" name="Google Shape;2841;p17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2" name="Google Shape;2842;p17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3" name="Google Shape;2843;p17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4" name="Google Shape;2844;p17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5" name="Google Shape;2845;p17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6" name="Google Shape;2846;p17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7" name="Google Shape;2847;p17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8" name="Google Shape;2848;p17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849" name="Google Shape;2849;p17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17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17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17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3" name="Google Shape;2853;p17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17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855" name="Google Shape;2855;p17"/>
          <p:cNvSpPr txBox="1"/>
          <p:nvPr>
            <p:ph idx="1" type="subTitle"/>
          </p:nvPr>
        </p:nvSpPr>
        <p:spPr>
          <a:xfrm>
            <a:off x="3452900" y="1833975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6" name="Google Shape;2856;p17"/>
          <p:cNvSpPr txBox="1"/>
          <p:nvPr>
            <p:ph idx="2" type="subTitle"/>
          </p:nvPr>
        </p:nvSpPr>
        <p:spPr>
          <a:xfrm>
            <a:off x="3452875" y="2202413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57" name="Google Shape;2857;p17"/>
          <p:cNvSpPr txBox="1"/>
          <p:nvPr>
            <p:ph idx="3" type="subTitle"/>
          </p:nvPr>
        </p:nvSpPr>
        <p:spPr>
          <a:xfrm>
            <a:off x="1034238" y="1833975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8" name="Google Shape;2858;p17"/>
          <p:cNvSpPr txBox="1"/>
          <p:nvPr>
            <p:ph idx="4" type="subTitle"/>
          </p:nvPr>
        </p:nvSpPr>
        <p:spPr>
          <a:xfrm>
            <a:off x="1034238" y="2202413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59" name="Google Shape;2859;p17"/>
          <p:cNvSpPr txBox="1"/>
          <p:nvPr>
            <p:ph idx="5" type="subTitle"/>
          </p:nvPr>
        </p:nvSpPr>
        <p:spPr>
          <a:xfrm>
            <a:off x="5871613" y="1833975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0" name="Google Shape;2860;p17"/>
          <p:cNvSpPr txBox="1"/>
          <p:nvPr>
            <p:ph idx="6" type="subTitle"/>
          </p:nvPr>
        </p:nvSpPr>
        <p:spPr>
          <a:xfrm>
            <a:off x="5871613" y="2202413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61" name="Google Shape;2861;p17"/>
          <p:cNvSpPr txBox="1"/>
          <p:nvPr>
            <p:ph idx="7" type="subTitle"/>
          </p:nvPr>
        </p:nvSpPr>
        <p:spPr>
          <a:xfrm>
            <a:off x="3452900" y="3667500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2" name="Google Shape;2862;p17"/>
          <p:cNvSpPr txBox="1"/>
          <p:nvPr>
            <p:ph idx="8" type="subTitle"/>
          </p:nvPr>
        </p:nvSpPr>
        <p:spPr>
          <a:xfrm>
            <a:off x="3452925" y="403587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63" name="Google Shape;2863;p17"/>
          <p:cNvSpPr txBox="1"/>
          <p:nvPr>
            <p:ph idx="9" type="subTitle"/>
          </p:nvPr>
        </p:nvSpPr>
        <p:spPr>
          <a:xfrm>
            <a:off x="1034250" y="3667500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4" name="Google Shape;2864;p17"/>
          <p:cNvSpPr txBox="1"/>
          <p:nvPr>
            <p:ph idx="13" type="subTitle"/>
          </p:nvPr>
        </p:nvSpPr>
        <p:spPr>
          <a:xfrm>
            <a:off x="1034225" y="403587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65" name="Google Shape;2865;p17"/>
          <p:cNvSpPr txBox="1"/>
          <p:nvPr>
            <p:ph idx="14" type="subTitle"/>
          </p:nvPr>
        </p:nvSpPr>
        <p:spPr>
          <a:xfrm>
            <a:off x="5871613" y="3667500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6" name="Google Shape;2866;p17"/>
          <p:cNvSpPr txBox="1"/>
          <p:nvPr>
            <p:ph idx="15" type="subTitle"/>
          </p:nvPr>
        </p:nvSpPr>
        <p:spPr>
          <a:xfrm>
            <a:off x="5871613" y="403587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6"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8" name="Google Shape;2868;p18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2869" name="Google Shape;2869;p18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2870" name="Google Shape;2870;p18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1" name="Google Shape;2871;p18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2" name="Google Shape;2872;p18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3" name="Google Shape;2873;p18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4" name="Google Shape;2874;p18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5" name="Google Shape;2875;p18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6" name="Google Shape;2876;p18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7" name="Google Shape;2877;p18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8" name="Google Shape;2878;p18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79" name="Google Shape;2879;p18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0" name="Google Shape;2880;p18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1" name="Google Shape;2881;p18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2" name="Google Shape;2882;p18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3" name="Google Shape;2883;p18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4" name="Google Shape;2884;p18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5" name="Google Shape;2885;p18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6" name="Google Shape;2886;p18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7" name="Google Shape;2887;p18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8" name="Google Shape;2888;p18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9" name="Google Shape;2889;p18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0" name="Google Shape;2890;p18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1" name="Google Shape;2891;p18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2" name="Google Shape;2892;p18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3" name="Google Shape;2893;p18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4" name="Google Shape;2894;p18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5" name="Google Shape;2895;p18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6" name="Google Shape;2896;p18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7" name="Google Shape;2897;p18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8" name="Google Shape;2898;p18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9" name="Google Shape;2899;p18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0" name="Google Shape;2900;p18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1" name="Google Shape;2901;p18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2" name="Google Shape;2902;p18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3" name="Google Shape;2903;p18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4" name="Google Shape;2904;p18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5" name="Google Shape;2905;p18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6" name="Google Shape;2906;p18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7" name="Google Shape;2907;p18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8" name="Google Shape;2908;p18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9" name="Google Shape;2909;p18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0" name="Google Shape;2910;p18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1" name="Google Shape;2911;p18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2" name="Google Shape;2912;p18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3" name="Google Shape;2913;p18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4" name="Google Shape;2914;p18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5" name="Google Shape;2915;p18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6" name="Google Shape;2916;p18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7" name="Google Shape;2917;p18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8" name="Google Shape;2918;p18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9" name="Google Shape;2919;p18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0" name="Google Shape;2920;p18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1" name="Google Shape;2921;p18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2" name="Google Shape;2922;p18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3" name="Google Shape;2923;p18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4" name="Google Shape;2924;p18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5" name="Google Shape;2925;p18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6" name="Google Shape;2926;p18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7" name="Google Shape;2927;p18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8" name="Google Shape;2928;p18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9" name="Google Shape;2929;p18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0" name="Google Shape;2930;p18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1" name="Google Shape;2931;p18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2" name="Google Shape;2932;p18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3" name="Google Shape;2933;p18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4" name="Google Shape;2934;p18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5" name="Google Shape;2935;p18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6" name="Google Shape;2936;p18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7" name="Google Shape;2937;p18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8" name="Google Shape;2938;p18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9" name="Google Shape;2939;p18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0" name="Google Shape;2940;p18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1" name="Google Shape;2941;p18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2" name="Google Shape;2942;p18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3" name="Google Shape;2943;p18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4" name="Google Shape;2944;p18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5" name="Google Shape;2945;p18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6" name="Google Shape;2946;p18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7" name="Google Shape;2947;p18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8" name="Google Shape;2948;p18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18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18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1" name="Google Shape;2951;p18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2" name="Google Shape;2952;p18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3" name="Google Shape;2953;p18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4" name="Google Shape;2954;p18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5" name="Google Shape;2955;p18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18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18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18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18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18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1" name="Google Shape;2961;p18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962" name="Google Shape;2962;p18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2963" name="Google Shape;2963;p18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4" name="Google Shape;2964;p18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5" name="Google Shape;2965;p18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6" name="Google Shape;2966;p18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7" name="Google Shape;2967;p18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8" name="Google Shape;2968;p18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9" name="Google Shape;2969;p18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0" name="Google Shape;2970;p18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1" name="Google Shape;2971;p18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2" name="Google Shape;2972;p18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3" name="Google Shape;2973;p18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4" name="Google Shape;2974;p18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5" name="Google Shape;2975;p18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6" name="Google Shape;2976;p18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7" name="Google Shape;2977;p18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8" name="Google Shape;2978;p18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9" name="Google Shape;2979;p18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0" name="Google Shape;2980;p18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1" name="Google Shape;2981;p18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2" name="Google Shape;2982;p18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3" name="Google Shape;2983;p18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4" name="Google Shape;2984;p18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5" name="Google Shape;2985;p18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6" name="Google Shape;2986;p18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7" name="Google Shape;2987;p18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8" name="Google Shape;2988;p18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9" name="Google Shape;2989;p18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0" name="Google Shape;2990;p18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1" name="Google Shape;2991;p18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2" name="Google Shape;2992;p18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3" name="Google Shape;2993;p18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4" name="Google Shape;2994;p18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5" name="Google Shape;2995;p18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6" name="Google Shape;2996;p18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7" name="Google Shape;2997;p18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8" name="Google Shape;2998;p18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9" name="Google Shape;2999;p18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0" name="Google Shape;3000;p18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1" name="Google Shape;3001;p18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2" name="Google Shape;3002;p18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3" name="Google Shape;3003;p18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4" name="Google Shape;3004;p18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5" name="Google Shape;3005;p18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6" name="Google Shape;3006;p18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7" name="Google Shape;3007;p18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8" name="Google Shape;3008;p18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9" name="Google Shape;3009;p18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0" name="Google Shape;3010;p18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1" name="Google Shape;3011;p18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2" name="Google Shape;3012;p18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3" name="Google Shape;3013;p18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4" name="Google Shape;3014;p18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5" name="Google Shape;3015;p18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6" name="Google Shape;3016;p18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7" name="Google Shape;3017;p18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8" name="Google Shape;3018;p18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9" name="Google Shape;3019;p18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0" name="Google Shape;3020;p18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1" name="Google Shape;3021;p18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2" name="Google Shape;3022;p18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3" name="Google Shape;3023;p18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4" name="Google Shape;3024;p18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5" name="Google Shape;3025;p18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6" name="Google Shape;3026;p18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7" name="Google Shape;3027;p18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8" name="Google Shape;3028;p18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9" name="Google Shape;3029;p18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0" name="Google Shape;3030;p18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1" name="Google Shape;3031;p18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2" name="Google Shape;3032;p18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3" name="Google Shape;3033;p18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4" name="Google Shape;3034;p18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5" name="Google Shape;3035;p18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6" name="Google Shape;3036;p18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7" name="Google Shape;3037;p18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8" name="Google Shape;3038;p18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9" name="Google Shape;3039;p18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0" name="Google Shape;3040;p18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1" name="Google Shape;3041;p18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2" name="Google Shape;3042;p18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3" name="Google Shape;3043;p18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4" name="Google Shape;3044;p18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5" name="Google Shape;3045;p18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6" name="Google Shape;3046;p18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7" name="Google Shape;3047;p18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8" name="Google Shape;3048;p18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9" name="Google Shape;3049;p18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0" name="Google Shape;3050;p18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1" name="Google Shape;3051;p18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2" name="Google Shape;3052;p18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18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18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55" name="Google Shape;3055;p18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18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18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18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9" name="Google Shape;3059;p18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18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061" name="Google Shape;3061;p18"/>
          <p:cNvSpPr txBox="1"/>
          <p:nvPr>
            <p:ph idx="1" type="subTitle"/>
          </p:nvPr>
        </p:nvSpPr>
        <p:spPr>
          <a:xfrm>
            <a:off x="621100" y="1472675"/>
            <a:ext cx="3852000" cy="49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3062" name="Google Shape;3062;p18"/>
          <p:cNvSpPr txBox="1"/>
          <p:nvPr>
            <p:ph idx="2" type="subTitle"/>
          </p:nvPr>
        </p:nvSpPr>
        <p:spPr>
          <a:xfrm>
            <a:off x="621100" y="1924625"/>
            <a:ext cx="3852000" cy="24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63" name="Google Shape;3063;p18"/>
          <p:cNvSpPr txBox="1"/>
          <p:nvPr>
            <p:ph idx="3" type="subTitle"/>
          </p:nvPr>
        </p:nvSpPr>
        <p:spPr>
          <a:xfrm>
            <a:off x="4670900" y="1472675"/>
            <a:ext cx="3852000" cy="49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urret Road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3064" name="Google Shape;3064;p18"/>
          <p:cNvSpPr txBox="1"/>
          <p:nvPr>
            <p:ph idx="4" type="subTitle"/>
          </p:nvPr>
        </p:nvSpPr>
        <p:spPr>
          <a:xfrm>
            <a:off x="4670900" y="1924625"/>
            <a:ext cx="3852000" cy="24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3065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6" name="Google Shape;3066;p19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3067" name="Google Shape;3067;p19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3068" name="Google Shape;3068;p19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9" name="Google Shape;3069;p19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0" name="Google Shape;3070;p19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1" name="Google Shape;3071;p19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2" name="Google Shape;3072;p19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3" name="Google Shape;3073;p19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4" name="Google Shape;3074;p19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5" name="Google Shape;3075;p19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6" name="Google Shape;3076;p19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7" name="Google Shape;3077;p19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8" name="Google Shape;3078;p19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9" name="Google Shape;3079;p19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0" name="Google Shape;3080;p19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1" name="Google Shape;3081;p19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2" name="Google Shape;3082;p19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3" name="Google Shape;3083;p19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4" name="Google Shape;3084;p19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5" name="Google Shape;3085;p19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6" name="Google Shape;3086;p19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7" name="Google Shape;3087;p19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8" name="Google Shape;3088;p19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9" name="Google Shape;3089;p19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0" name="Google Shape;3090;p19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1" name="Google Shape;3091;p19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2" name="Google Shape;3092;p19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3" name="Google Shape;3093;p19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4" name="Google Shape;3094;p19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5" name="Google Shape;3095;p19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6" name="Google Shape;3096;p19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7" name="Google Shape;3097;p19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8" name="Google Shape;3098;p19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9" name="Google Shape;3099;p19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0" name="Google Shape;3100;p19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1" name="Google Shape;3101;p19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2" name="Google Shape;3102;p19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3" name="Google Shape;3103;p19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4" name="Google Shape;3104;p19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5" name="Google Shape;3105;p19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6" name="Google Shape;3106;p19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7" name="Google Shape;3107;p19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8" name="Google Shape;3108;p19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9" name="Google Shape;3109;p19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0" name="Google Shape;3110;p19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1" name="Google Shape;3111;p19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2" name="Google Shape;3112;p19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3" name="Google Shape;3113;p19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4" name="Google Shape;3114;p19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5" name="Google Shape;3115;p19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6" name="Google Shape;3116;p19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7" name="Google Shape;3117;p19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8" name="Google Shape;3118;p19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9" name="Google Shape;3119;p19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0" name="Google Shape;3120;p19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1" name="Google Shape;3121;p19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2" name="Google Shape;3122;p19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3" name="Google Shape;3123;p19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4" name="Google Shape;3124;p19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5" name="Google Shape;3125;p19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6" name="Google Shape;3126;p19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7" name="Google Shape;3127;p19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8" name="Google Shape;3128;p19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9" name="Google Shape;3129;p19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0" name="Google Shape;3130;p19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1" name="Google Shape;3131;p19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2" name="Google Shape;3132;p19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3" name="Google Shape;3133;p19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4" name="Google Shape;3134;p19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5" name="Google Shape;3135;p19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6" name="Google Shape;3136;p19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7" name="Google Shape;3137;p19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8" name="Google Shape;3138;p19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39" name="Google Shape;3139;p19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0" name="Google Shape;3140;p19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1" name="Google Shape;3141;p19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2" name="Google Shape;3142;p19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3" name="Google Shape;3143;p19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4" name="Google Shape;3144;p19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5" name="Google Shape;3145;p19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6" name="Google Shape;3146;p19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7" name="Google Shape;3147;p19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8" name="Google Shape;3148;p19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49" name="Google Shape;3149;p19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0" name="Google Shape;3150;p19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1" name="Google Shape;3151;p19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2" name="Google Shape;3152;p19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3" name="Google Shape;3153;p19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4" name="Google Shape;3154;p19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5" name="Google Shape;3155;p19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6" name="Google Shape;3156;p19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7" name="Google Shape;3157;p19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8" name="Google Shape;3158;p19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59" name="Google Shape;3159;p19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60" name="Google Shape;3160;p19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3161" name="Google Shape;3161;p19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2" name="Google Shape;3162;p19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3" name="Google Shape;3163;p19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4" name="Google Shape;3164;p19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5" name="Google Shape;3165;p19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6" name="Google Shape;3166;p19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7" name="Google Shape;3167;p19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8" name="Google Shape;3168;p19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9" name="Google Shape;3169;p19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0" name="Google Shape;3170;p19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1" name="Google Shape;3171;p19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2" name="Google Shape;3172;p19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3" name="Google Shape;3173;p19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4" name="Google Shape;3174;p19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5" name="Google Shape;3175;p19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6" name="Google Shape;3176;p19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7" name="Google Shape;3177;p19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8" name="Google Shape;3178;p19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9" name="Google Shape;3179;p19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0" name="Google Shape;3180;p19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1" name="Google Shape;3181;p19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2" name="Google Shape;3182;p19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3" name="Google Shape;3183;p19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4" name="Google Shape;3184;p19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5" name="Google Shape;3185;p19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6" name="Google Shape;3186;p19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7" name="Google Shape;3187;p19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8" name="Google Shape;3188;p19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9" name="Google Shape;3189;p19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0" name="Google Shape;3190;p19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1" name="Google Shape;3191;p19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2" name="Google Shape;3192;p19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3" name="Google Shape;3193;p19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4" name="Google Shape;3194;p19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5" name="Google Shape;3195;p19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6" name="Google Shape;3196;p19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7" name="Google Shape;3197;p19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8" name="Google Shape;3198;p19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9" name="Google Shape;3199;p19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0" name="Google Shape;3200;p19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1" name="Google Shape;3201;p19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2" name="Google Shape;3202;p19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3" name="Google Shape;3203;p19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4" name="Google Shape;3204;p19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5" name="Google Shape;3205;p19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6" name="Google Shape;3206;p19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7" name="Google Shape;3207;p19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8" name="Google Shape;3208;p19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9" name="Google Shape;3209;p19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0" name="Google Shape;3210;p19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1" name="Google Shape;3211;p19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2" name="Google Shape;3212;p19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3" name="Google Shape;3213;p19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4" name="Google Shape;3214;p19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5" name="Google Shape;3215;p19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6" name="Google Shape;3216;p19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7" name="Google Shape;3217;p19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8" name="Google Shape;3218;p19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9" name="Google Shape;3219;p19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0" name="Google Shape;3220;p19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1" name="Google Shape;3221;p19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2" name="Google Shape;3222;p19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3" name="Google Shape;3223;p19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4" name="Google Shape;3224;p19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5" name="Google Shape;3225;p19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6" name="Google Shape;3226;p19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7" name="Google Shape;3227;p19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8" name="Google Shape;3228;p19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9" name="Google Shape;3229;p19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0" name="Google Shape;3230;p19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1" name="Google Shape;3231;p19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2" name="Google Shape;3232;p19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3" name="Google Shape;3233;p19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4" name="Google Shape;3234;p19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5" name="Google Shape;3235;p19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6" name="Google Shape;3236;p19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7" name="Google Shape;3237;p19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8" name="Google Shape;3238;p19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9" name="Google Shape;3239;p19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0" name="Google Shape;3240;p19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1" name="Google Shape;3241;p19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2" name="Google Shape;3242;p19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3" name="Google Shape;3243;p19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4" name="Google Shape;3244;p19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5" name="Google Shape;3245;p19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6" name="Google Shape;3246;p19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7" name="Google Shape;3247;p19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8" name="Google Shape;3248;p19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9" name="Google Shape;3249;p19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0" name="Google Shape;3250;p19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1" name="Google Shape;3251;p19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2" name="Google Shape;3252;p19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253" name="Google Shape;3253;p19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19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19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19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7" name="Google Shape;3257;p19"/>
          <p:cNvSpPr/>
          <p:nvPr/>
        </p:nvSpPr>
        <p:spPr>
          <a:xfrm rot="-5400000">
            <a:off x="4034963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p19"/>
          <p:cNvSpPr/>
          <p:nvPr/>
        </p:nvSpPr>
        <p:spPr>
          <a:xfrm rot="-5400000">
            <a:off x="4382475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19"/>
          <p:cNvSpPr/>
          <p:nvPr/>
        </p:nvSpPr>
        <p:spPr>
          <a:xfrm rot="-5400000">
            <a:off x="4729988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19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19"/>
          <p:cNvSpPr txBox="1"/>
          <p:nvPr>
            <p:ph hasCustomPrompt="1" type="title"/>
          </p:nvPr>
        </p:nvSpPr>
        <p:spPr>
          <a:xfrm>
            <a:off x="2760375" y="677713"/>
            <a:ext cx="3619800" cy="95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262" name="Google Shape;3262;p19"/>
          <p:cNvSpPr txBox="1"/>
          <p:nvPr>
            <p:ph idx="1" type="subTitle"/>
          </p:nvPr>
        </p:nvSpPr>
        <p:spPr>
          <a:xfrm>
            <a:off x="2760375" y="1492163"/>
            <a:ext cx="3619800" cy="4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63" name="Google Shape;3263;p19"/>
          <p:cNvSpPr txBox="1"/>
          <p:nvPr>
            <p:ph hasCustomPrompt="1" idx="2" type="title"/>
          </p:nvPr>
        </p:nvSpPr>
        <p:spPr>
          <a:xfrm>
            <a:off x="2783925" y="2021932"/>
            <a:ext cx="3619800" cy="95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264" name="Google Shape;3264;p19"/>
          <p:cNvSpPr txBox="1"/>
          <p:nvPr>
            <p:ph idx="3" type="subTitle"/>
          </p:nvPr>
        </p:nvSpPr>
        <p:spPr>
          <a:xfrm>
            <a:off x="2783925" y="2836363"/>
            <a:ext cx="3619800" cy="4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65" name="Google Shape;3265;p19"/>
          <p:cNvSpPr txBox="1"/>
          <p:nvPr>
            <p:ph hasCustomPrompt="1" idx="4" type="title"/>
          </p:nvPr>
        </p:nvSpPr>
        <p:spPr>
          <a:xfrm>
            <a:off x="2762100" y="3366113"/>
            <a:ext cx="3619800" cy="95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266" name="Google Shape;3266;p19"/>
          <p:cNvSpPr txBox="1"/>
          <p:nvPr>
            <p:ph idx="5" type="subTitle"/>
          </p:nvPr>
        </p:nvSpPr>
        <p:spPr>
          <a:xfrm>
            <a:off x="2762100" y="4180463"/>
            <a:ext cx="3619800" cy="4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67" name="Google Shape;3267;p19"/>
          <p:cNvSpPr/>
          <p:nvPr/>
        </p:nvSpPr>
        <p:spPr>
          <a:xfrm>
            <a:off x="18018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19"/>
          <p:cNvSpPr/>
          <p:nvPr/>
        </p:nvSpPr>
        <p:spPr>
          <a:xfrm>
            <a:off x="727988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1"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0" name="Google Shape;3270;p20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3271" name="Google Shape;3271;p20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3272" name="Google Shape;3272;p20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3" name="Google Shape;3273;p20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4" name="Google Shape;3274;p20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5" name="Google Shape;3275;p20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6" name="Google Shape;3276;p20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7" name="Google Shape;3277;p20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8" name="Google Shape;3278;p20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9" name="Google Shape;3279;p20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0" name="Google Shape;3280;p20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1" name="Google Shape;3281;p20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2" name="Google Shape;3282;p20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3" name="Google Shape;3283;p20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4" name="Google Shape;3284;p20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5" name="Google Shape;3285;p20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6" name="Google Shape;3286;p20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7" name="Google Shape;3287;p20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8" name="Google Shape;3288;p20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9" name="Google Shape;3289;p20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0" name="Google Shape;3290;p20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1" name="Google Shape;3291;p20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2" name="Google Shape;3292;p20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3" name="Google Shape;3293;p20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4" name="Google Shape;3294;p20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5" name="Google Shape;3295;p20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6" name="Google Shape;3296;p20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7" name="Google Shape;3297;p20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8" name="Google Shape;3298;p20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9" name="Google Shape;3299;p20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0" name="Google Shape;3300;p20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1" name="Google Shape;3301;p20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2" name="Google Shape;3302;p20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3" name="Google Shape;3303;p20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4" name="Google Shape;3304;p20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5" name="Google Shape;3305;p20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6" name="Google Shape;3306;p20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7" name="Google Shape;3307;p20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8" name="Google Shape;3308;p20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9" name="Google Shape;3309;p20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0" name="Google Shape;3310;p20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1" name="Google Shape;3311;p20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2" name="Google Shape;3312;p20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3" name="Google Shape;3313;p20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4" name="Google Shape;3314;p20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5" name="Google Shape;3315;p20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6" name="Google Shape;3316;p20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7" name="Google Shape;3317;p20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8" name="Google Shape;3318;p20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19" name="Google Shape;3319;p20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0" name="Google Shape;3320;p20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1" name="Google Shape;3321;p20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2" name="Google Shape;3322;p20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3" name="Google Shape;3323;p20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4" name="Google Shape;3324;p20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5" name="Google Shape;3325;p20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6" name="Google Shape;3326;p20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7" name="Google Shape;3327;p20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8" name="Google Shape;3328;p20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29" name="Google Shape;3329;p20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0" name="Google Shape;3330;p20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1" name="Google Shape;3331;p20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2" name="Google Shape;3332;p20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3" name="Google Shape;3333;p20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4" name="Google Shape;3334;p20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5" name="Google Shape;3335;p20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6" name="Google Shape;3336;p20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7" name="Google Shape;3337;p20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8" name="Google Shape;3338;p20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39" name="Google Shape;3339;p20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0" name="Google Shape;3340;p20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1" name="Google Shape;3341;p20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2" name="Google Shape;3342;p20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3" name="Google Shape;3343;p20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4" name="Google Shape;3344;p20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5" name="Google Shape;3345;p20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6" name="Google Shape;3346;p20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7" name="Google Shape;3347;p20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8" name="Google Shape;3348;p20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49" name="Google Shape;3349;p20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0" name="Google Shape;3350;p20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1" name="Google Shape;3351;p20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2" name="Google Shape;3352;p20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3" name="Google Shape;3353;p20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4" name="Google Shape;3354;p20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5" name="Google Shape;3355;p20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6" name="Google Shape;3356;p20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7" name="Google Shape;3357;p20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8" name="Google Shape;3358;p20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59" name="Google Shape;3359;p20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0" name="Google Shape;3360;p20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1" name="Google Shape;3361;p20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2" name="Google Shape;3362;p20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3" name="Google Shape;3363;p20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364" name="Google Shape;3364;p20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3365" name="Google Shape;3365;p20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6" name="Google Shape;3366;p20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7" name="Google Shape;3367;p20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8" name="Google Shape;3368;p20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69" name="Google Shape;3369;p20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0" name="Google Shape;3370;p20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1" name="Google Shape;3371;p20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2" name="Google Shape;3372;p20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3" name="Google Shape;3373;p20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4" name="Google Shape;3374;p20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5" name="Google Shape;3375;p20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6" name="Google Shape;3376;p20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7" name="Google Shape;3377;p20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8" name="Google Shape;3378;p20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79" name="Google Shape;3379;p20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0" name="Google Shape;3380;p20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1" name="Google Shape;3381;p20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2" name="Google Shape;3382;p20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3" name="Google Shape;3383;p20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4" name="Google Shape;3384;p20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5" name="Google Shape;3385;p20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6" name="Google Shape;3386;p20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7" name="Google Shape;3387;p20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8" name="Google Shape;3388;p20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9" name="Google Shape;3389;p20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0" name="Google Shape;3390;p20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1" name="Google Shape;3391;p20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2" name="Google Shape;3392;p20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3" name="Google Shape;3393;p20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4" name="Google Shape;3394;p20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5" name="Google Shape;3395;p20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6" name="Google Shape;3396;p20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7" name="Google Shape;3397;p20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8" name="Google Shape;3398;p20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9" name="Google Shape;3399;p20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0" name="Google Shape;3400;p20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1" name="Google Shape;3401;p20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2" name="Google Shape;3402;p20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3" name="Google Shape;3403;p20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4" name="Google Shape;3404;p20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5" name="Google Shape;3405;p20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6" name="Google Shape;3406;p20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7" name="Google Shape;3407;p20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8" name="Google Shape;3408;p20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9" name="Google Shape;3409;p20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0" name="Google Shape;3410;p20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1" name="Google Shape;3411;p20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2" name="Google Shape;3412;p20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3" name="Google Shape;3413;p20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4" name="Google Shape;3414;p20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5" name="Google Shape;3415;p20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6" name="Google Shape;3416;p20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7" name="Google Shape;3417;p20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8" name="Google Shape;3418;p20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9" name="Google Shape;3419;p20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0" name="Google Shape;3420;p20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1" name="Google Shape;3421;p20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2" name="Google Shape;3422;p20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3" name="Google Shape;3423;p20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4" name="Google Shape;3424;p20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5" name="Google Shape;3425;p20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6" name="Google Shape;3426;p20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7" name="Google Shape;3427;p20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8" name="Google Shape;3428;p20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9" name="Google Shape;3429;p20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0" name="Google Shape;3430;p20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1" name="Google Shape;3431;p20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2" name="Google Shape;3432;p20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3" name="Google Shape;3433;p20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4" name="Google Shape;3434;p20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5" name="Google Shape;3435;p20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6" name="Google Shape;3436;p20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7" name="Google Shape;3437;p20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8" name="Google Shape;3438;p20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9" name="Google Shape;3439;p20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0" name="Google Shape;3440;p20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1" name="Google Shape;3441;p20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2" name="Google Shape;3442;p20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3" name="Google Shape;3443;p20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4" name="Google Shape;3444;p20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5" name="Google Shape;3445;p20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6" name="Google Shape;3446;p20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7" name="Google Shape;3447;p20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8" name="Google Shape;3448;p20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9" name="Google Shape;3449;p20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0" name="Google Shape;3450;p20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1" name="Google Shape;3451;p20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2" name="Google Shape;3452;p20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3" name="Google Shape;3453;p20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4" name="Google Shape;3454;p20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5" name="Google Shape;3455;p20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6" name="Google Shape;3456;p20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457" name="Google Shape;3457;p20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20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20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20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61" name="Google Shape;3461;p20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2" name="Google Shape;3462;p20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463" name="Google Shape;3463;p20"/>
          <p:cNvSpPr txBox="1"/>
          <p:nvPr>
            <p:ph idx="1" type="subTitle"/>
          </p:nvPr>
        </p:nvSpPr>
        <p:spPr>
          <a:xfrm>
            <a:off x="5001838" y="1859788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4" name="Google Shape;3464;p20"/>
          <p:cNvSpPr txBox="1"/>
          <p:nvPr>
            <p:ph idx="2" type="subTitle"/>
          </p:nvPr>
        </p:nvSpPr>
        <p:spPr>
          <a:xfrm>
            <a:off x="5001813" y="222822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465" name="Google Shape;3465;p20"/>
          <p:cNvSpPr txBox="1"/>
          <p:nvPr>
            <p:ph idx="3" type="subTitle"/>
          </p:nvPr>
        </p:nvSpPr>
        <p:spPr>
          <a:xfrm>
            <a:off x="1903850" y="1859788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6" name="Google Shape;3466;p20"/>
          <p:cNvSpPr txBox="1"/>
          <p:nvPr>
            <p:ph idx="4" type="subTitle"/>
          </p:nvPr>
        </p:nvSpPr>
        <p:spPr>
          <a:xfrm>
            <a:off x="1903850" y="222822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467" name="Google Shape;3467;p20"/>
          <p:cNvSpPr txBox="1"/>
          <p:nvPr>
            <p:ph idx="5" type="subTitle"/>
          </p:nvPr>
        </p:nvSpPr>
        <p:spPr>
          <a:xfrm>
            <a:off x="5001838" y="3667500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8" name="Google Shape;3468;p20"/>
          <p:cNvSpPr txBox="1"/>
          <p:nvPr>
            <p:ph idx="6" type="subTitle"/>
          </p:nvPr>
        </p:nvSpPr>
        <p:spPr>
          <a:xfrm>
            <a:off x="5001863" y="403587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469" name="Google Shape;3469;p20"/>
          <p:cNvSpPr txBox="1"/>
          <p:nvPr>
            <p:ph idx="7" type="subTitle"/>
          </p:nvPr>
        </p:nvSpPr>
        <p:spPr>
          <a:xfrm>
            <a:off x="1903863" y="3667500"/>
            <a:ext cx="2238300" cy="51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70" name="Google Shape;3470;p20"/>
          <p:cNvSpPr txBox="1"/>
          <p:nvPr>
            <p:ph idx="8" type="subTitle"/>
          </p:nvPr>
        </p:nvSpPr>
        <p:spPr>
          <a:xfrm>
            <a:off x="1903838" y="403587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347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2" name="Google Shape;3472;p21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3473" name="Google Shape;3473;p21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3474" name="Google Shape;3474;p21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5" name="Google Shape;3475;p21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6" name="Google Shape;3476;p21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7" name="Google Shape;3477;p21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8" name="Google Shape;3478;p21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9" name="Google Shape;3479;p21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0" name="Google Shape;3480;p21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1" name="Google Shape;3481;p21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2" name="Google Shape;3482;p21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3" name="Google Shape;3483;p21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4" name="Google Shape;3484;p21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5" name="Google Shape;3485;p21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6" name="Google Shape;3486;p21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7" name="Google Shape;3487;p21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8" name="Google Shape;3488;p21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9" name="Google Shape;3489;p21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0" name="Google Shape;3490;p21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1" name="Google Shape;3491;p21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2" name="Google Shape;3492;p21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3" name="Google Shape;3493;p21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4" name="Google Shape;3494;p21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5" name="Google Shape;3495;p21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6" name="Google Shape;3496;p21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7" name="Google Shape;3497;p21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8" name="Google Shape;3498;p21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9" name="Google Shape;3499;p21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0" name="Google Shape;3500;p21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1" name="Google Shape;3501;p21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2" name="Google Shape;3502;p21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3" name="Google Shape;3503;p21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4" name="Google Shape;3504;p21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5" name="Google Shape;3505;p21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6" name="Google Shape;3506;p21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7" name="Google Shape;3507;p21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8" name="Google Shape;3508;p21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9" name="Google Shape;3509;p21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0" name="Google Shape;3510;p21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1" name="Google Shape;3511;p21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2" name="Google Shape;3512;p21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3" name="Google Shape;3513;p21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4" name="Google Shape;3514;p21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5" name="Google Shape;3515;p21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6" name="Google Shape;3516;p21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7" name="Google Shape;3517;p21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8" name="Google Shape;3518;p21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9" name="Google Shape;3519;p21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0" name="Google Shape;3520;p21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1" name="Google Shape;3521;p21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2" name="Google Shape;3522;p21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3" name="Google Shape;3523;p21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4" name="Google Shape;3524;p21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5" name="Google Shape;3525;p21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6" name="Google Shape;3526;p21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7" name="Google Shape;3527;p21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8" name="Google Shape;3528;p21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9" name="Google Shape;3529;p21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0" name="Google Shape;3530;p21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1" name="Google Shape;3531;p21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2" name="Google Shape;3532;p21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3" name="Google Shape;3533;p21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4" name="Google Shape;3534;p21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5" name="Google Shape;3535;p21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6" name="Google Shape;3536;p21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7" name="Google Shape;3537;p21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8" name="Google Shape;3538;p21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9" name="Google Shape;3539;p21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0" name="Google Shape;3540;p21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1" name="Google Shape;3541;p21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2" name="Google Shape;3542;p21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3" name="Google Shape;3543;p21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4" name="Google Shape;3544;p21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5" name="Google Shape;3545;p21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6" name="Google Shape;3546;p21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7" name="Google Shape;3547;p21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8" name="Google Shape;3548;p21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9" name="Google Shape;3549;p21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0" name="Google Shape;3550;p21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1" name="Google Shape;3551;p21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2" name="Google Shape;3552;p21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3" name="Google Shape;3553;p21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4" name="Google Shape;3554;p21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5" name="Google Shape;3555;p21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6" name="Google Shape;3556;p21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7" name="Google Shape;3557;p21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8" name="Google Shape;3558;p21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9" name="Google Shape;3559;p21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0" name="Google Shape;3560;p21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1" name="Google Shape;3561;p21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2" name="Google Shape;3562;p21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3" name="Google Shape;3563;p21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4" name="Google Shape;3564;p21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5" name="Google Shape;3565;p21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566" name="Google Shape;3566;p21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3567" name="Google Shape;3567;p21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8" name="Google Shape;3568;p21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9" name="Google Shape;3569;p21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0" name="Google Shape;3570;p21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1" name="Google Shape;3571;p21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2" name="Google Shape;3572;p21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3" name="Google Shape;3573;p21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4" name="Google Shape;3574;p21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5" name="Google Shape;3575;p21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6" name="Google Shape;3576;p21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7" name="Google Shape;3577;p21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8" name="Google Shape;3578;p21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9" name="Google Shape;3579;p21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0" name="Google Shape;3580;p21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1" name="Google Shape;3581;p21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2" name="Google Shape;3582;p21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3" name="Google Shape;3583;p21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4" name="Google Shape;3584;p21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5" name="Google Shape;3585;p21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6" name="Google Shape;3586;p21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7" name="Google Shape;3587;p21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8" name="Google Shape;3588;p21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9" name="Google Shape;3589;p21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0" name="Google Shape;3590;p21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1" name="Google Shape;3591;p21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2" name="Google Shape;3592;p21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3" name="Google Shape;3593;p21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4" name="Google Shape;3594;p21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5" name="Google Shape;3595;p21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6" name="Google Shape;3596;p21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7" name="Google Shape;3597;p21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8" name="Google Shape;3598;p21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9" name="Google Shape;3599;p21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0" name="Google Shape;3600;p21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1" name="Google Shape;3601;p21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2" name="Google Shape;3602;p21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3" name="Google Shape;3603;p21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4" name="Google Shape;3604;p21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5" name="Google Shape;3605;p21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6" name="Google Shape;3606;p21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7" name="Google Shape;3607;p21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8" name="Google Shape;3608;p21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9" name="Google Shape;3609;p21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0" name="Google Shape;3610;p21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1" name="Google Shape;3611;p21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2" name="Google Shape;3612;p21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3" name="Google Shape;3613;p21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4" name="Google Shape;3614;p21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5" name="Google Shape;3615;p21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6" name="Google Shape;3616;p21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7" name="Google Shape;3617;p21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8" name="Google Shape;3618;p21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9" name="Google Shape;3619;p21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0" name="Google Shape;3620;p21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1" name="Google Shape;3621;p21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2" name="Google Shape;3622;p21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3" name="Google Shape;3623;p21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4" name="Google Shape;3624;p21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5" name="Google Shape;3625;p21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6" name="Google Shape;3626;p21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7" name="Google Shape;3627;p21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8" name="Google Shape;3628;p21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9" name="Google Shape;3629;p21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0" name="Google Shape;3630;p21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1" name="Google Shape;3631;p21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2" name="Google Shape;3632;p21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3" name="Google Shape;3633;p21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4" name="Google Shape;3634;p21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5" name="Google Shape;3635;p21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6" name="Google Shape;3636;p21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7" name="Google Shape;3637;p21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8" name="Google Shape;3638;p21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9" name="Google Shape;3639;p21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0" name="Google Shape;3640;p21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1" name="Google Shape;3641;p21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2" name="Google Shape;3642;p21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3" name="Google Shape;3643;p21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4" name="Google Shape;3644;p21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5" name="Google Shape;3645;p21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6" name="Google Shape;3646;p21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7" name="Google Shape;3647;p21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8" name="Google Shape;3648;p21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9" name="Google Shape;3649;p21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0" name="Google Shape;3650;p21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1" name="Google Shape;3651;p21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2" name="Google Shape;3652;p21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3" name="Google Shape;3653;p21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4" name="Google Shape;3654;p21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5" name="Google Shape;3655;p21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6" name="Google Shape;3656;p21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7" name="Google Shape;3657;p21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8" name="Google Shape;3658;p21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659" name="Google Shape;3659;p21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21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21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21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3" name="Google Shape;3663;p21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4" name="Google Shape;3664;p21"/>
          <p:cNvSpPr txBox="1"/>
          <p:nvPr>
            <p:ph type="title"/>
          </p:nvPr>
        </p:nvSpPr>
        <p:spPr>
          <a:xfrm>
            <a:off x="4696312" y="941675"/>
            <a:ext cx="3680100" cy="21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665" name="Google Shape;3665;p21"/>
          <p:cNvSpPr txBox="1"/>
          <p:nvPr>
            <p:ph idx="1" type="subTitle"/>
          </p:nvPr>
        </p:nvSpPr>
        <p:spPr>
          <a:xfrm>
            <a:off x="4696300" y="3139175"/>
            <a:ext cx="3680100" cy="10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666" name="Google Shape;3666;p21"/>
          <p:cNvSpPr/>
          <p:nvPr>
            <p:ph idx="2" type="pic"/>
          </p:nvPr>
        </p:nvSpPr>
        <p:spPr>
          <a:xfrm>
            <a:off x="985025" y="1174200"/>
            <a:ext cx="2795100" cy="27951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rotWithShape="0" algn="bl" dir="3000000" dist="114300">
              <a:srgbClr val="000000"/>
            </a:outerShdw>
          </a:effectLst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8" name="Google Shape;3668;p22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3669" name="Google Shape;3669;p22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3670" name="Google Shape;3670;p22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1" name="Google Shape;3671;p22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2" name="Google Shape;3672;p22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3" name="Google Shape;3673;p22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4" name="Google Shape;3674;p22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5" name="Google Shape;3675;p22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6" name="Google Shape;3676;p22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7" name="Google Shape;3677;p22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8" name="Google Shape;3678;p22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9" name="Google Shape;3679;p22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0" name="Google Shape;3680;p22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1" name="Google Shape;3681;p22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2" name="Google Shape;3682;p22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3" name="Google Shape;3683;p22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4" name="Google Shape;3684;p22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5" name="Google Shape;3685;p22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6" name="Google Shape;3686;p22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7" name="Google Shape;3687;p22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8" name="Google Shape;3688;p22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9" name="Google Shape;3689;p22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0" name="Google Shape;3690;p22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1" name="Google Shape;3691;p22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2" name="Google Shape;3692;p22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3" name="Google Shape;3693;p22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4" name="Google Shape;3694;p22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5" name="Google Shape;3695;p22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6" name="Google Shape;3696;p22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7" name="Google Shape;3697;p22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8" name="Google Shape;3698;p22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9" name="Google Shape;3699;p22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0" name="Google Shape;3700;p22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1" name="Google Shape;3701;p22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2" name="Google Shape;3702;p22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3" name="Google Shape;3703;p22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4" name="Google Shape;3704;p22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5" name="Google Shape;3705;p22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6" name="Google Shape;3706;p22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7" name="Google Shape;3707;p22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8" name="Google Shape;3708;p22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9" name="Google Shape;3709;p22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0" name="Google Shape;3710;p22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1" name="Google Shape;3711;p22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2" name="Google Shape;3712;p22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3" name="Google Shape;3713;p22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4" name="Google Shape;3714;p22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5" name="Google Shape;3715;p22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6" name="Google Shape;3716;p22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7" name="Google Shape;3717;p22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8" name="Google Shape;3718;p22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19" name="Google Shape;3719;p22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0" name="Google Shape;3720;p22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1" name="Google Shape;3721;p22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2" name="Google Shape;3722;p22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3" name="Google Shape;3723;p22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4" name="Google Shape;3724;p22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5" name="Google Shape;3725;p22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6" name="Google Shape;3726;p22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7" name="Google Shape;3727;p22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8" name="Google Shape;3728;p22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9" name="Google Shape;3729;p22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0" name="Google Shape;3730;p22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1" name="Google Shape;3731;p22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2" name="Google Shape;3732;p22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3" name="Google Shape;3733;p22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4" name="Google Shape;3734;p22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5" name="Google Shape;3735;p22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6" name="Google Shape;3736;p22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7" name="Google Shape;3737;p22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8" name="Google Shape;3738;p22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9" name="Google Shape;3739;p22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0" name="Google Shape;3740;p22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1" name="Google Shape;3741;p22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2" name="Google Shape;3742;p22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3" name="Google Shape;3743;p22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4" name="Google Shape;3744;p22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5" name="Google Shape;3745;p22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6" name="Google Shape;3746;p22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7" name="Google Shape;3747;p22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8" name="Google Shape;3748;p22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9" name="Google Shape;3749;p22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0" name="Google Shape;3750;p22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1" name="Google Shape;3751;p22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2" name="Google Shape;3752;p22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3" name="Google Shape;3753;p22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4" name="Google Shape;3754;p22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5" name="Google Shape;3755;p22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6" name="Google Shape;3756;p22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7" name="Google Shape;3757;p22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8" name="Google Shape;3758;p22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9" name="Google Shape;3759;p22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0" name="Google Shape;3760;p22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1" name="Google Shape;3761;p22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762" name="Google Shape;3762;p22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3763" name="Google Shape;3763;p22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4" name="Google Shape;3764;p22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5" name="Google Shape;3765;p22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6" name="Google Shape;3766;p22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7" name="Google Shape;3767;p22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8" name="Google Shape;3768;p22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9" name="Google Shape;3769;p22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0" name="Google Shape;3770;p22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1" name="Google Shape;3771;p22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2" name="Google Shape;3772;p22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3" name="Google Shape;3773;p22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4" name="Google Shape;3774;p22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5" name="Google Shape;3775;p22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6" name="Google Shape;3776;p22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7" name="Google Shape;3777;p22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8" name="Google Shape;3778;p22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9" name="Google Shape;3779;p22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0" name="Google Shape;3780;p22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1" name="Google Shape;3781;p22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2" name="Google Shape;3782;p22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3" name="Google Shape;3783;p22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4" name="Google Shape;3784;p22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5" name="Google Shape;3785;p22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6" name="Google Shape;3786;p22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7" name="Google Shape;3787;p22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8" name="Google Shape;3788;p22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9" name="Google Shape;3789;p22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0" name="Google Shape;3790;p22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1" name="Google Shape;3791;p22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2" name="Google Shape;3792;p22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3" name="Google Shape;3793;p22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4" name="Google Shape;3794;p22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5" name="Google Shape;3795;p22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6" name="Google Shape;3796;p22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7" name="Google Shape;3797;p22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8" name="Google Shape;3798;p22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9" name="Google Shape;3799;p22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0" name="Google Shape;3800;p22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1" name="Google Shape;3801;p22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2" name="Google Shape;3802;p22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3" name="Google Shape;3803;p22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4" name="Google Shape;3804;p22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5" name="Google Shape;3805;p22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6" name="Google Shape;3806;p22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7" name="Google Shape;3807;p22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8" name="Google Shape;3808;p22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9" name="Google Shape;3809;p22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0" name="Google Shape;3810;p22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1" name="Google Shape;3811;p22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2" name="Google Shape;3812;p22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3" name="Google Shape;3813;p22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4" name="Google Shape;3814;p22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5" name="Google Shape;3815;p22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6" name="Google Shape;3816;p22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7" name="Google Shape;3817;p22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8" name="Google Shape;3818;p22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9" name="Google Shape;3819;p22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0" name="Google Shape;3820;p22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1" name="Google Shape;3821;p22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2" name="Google Shape;3822;p22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3" name="Google Shape;3823;p22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4" name="Google Shape;3824;p22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5" name="Google Shape;3825;p22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6" name="Google Shape;3826;p22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7" name="Google Shape;3827;p22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8" name="Google Shape;3828;p22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9" name="Google Shape;3829;p22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0" name="Google Shape;3830;p22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1" name="Google Shape;3831;p22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2" name="Google Shape;3832;p22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3" name="Google Shape;3833;p22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4" name="Google Shape;3834;p22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5" name="Google Shape;3835;p22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6" name="Google Shape;3836;p22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7" name="Google Shape;3837;p22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8" name="Google Shape;3838;p22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9" name="Google Shape;3839;p22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0" name="Google Shape;3840;p22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1" name="Google Shape;3841;p22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2" name="Google Shape;3842;p22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3" name="Google Shape;3843;p22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4" name="Google Shape;3844;p22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5" name="Google Shape;3845;p22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6" name="Google Shape;3846;p22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7" name="Google Shape;3847;p22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8" name="Google Shape;3848;p22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9" name="Google Shape;3849;p22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0" name="Google Shape;3850;p22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1" name="Google Shape;3851;p22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2" name="Google Shape;3852;p22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3" name="Google Shape;3853;p22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4" name="Google Shape;3854;p22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855" name="Google Shape;3855;p22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22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22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22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59" name="Google Shape;3859;p22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0" name="Google Shape;3860;p22"/>
          <p:cNvSpPr txBox="1"/>
          <p:nvPr>
            <p:ph idx="1" type="subTitle"/>
          </p:nvPr>
        </p:nvSpPr>
        <p:spPr>
          <a:xfrm>
            <a:off x="727050" y="2189100"/>
            <a:ext cx="35343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61" name="Google Shape;3861;p22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862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3" name="Google Shape;3863;p23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3864" name="Google Shape;3864;p23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3865" name="Google Shape;3865;p2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6" name="Google Shape;3866;p2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7" name="Google Shape;3867;p2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8" name="Google Shape;3868;p2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9" name="Google Shape;3869;p2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0" name="Google Shape;3870;p2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1" name="Google Shape;3871;p2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2" name="Google Shape;3872;p2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3" name="Google Shape;3873;p2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4" name="Google Shape;3874;p2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5" name="Google Shape;3875;p2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6" name="Google Shape;3876;p2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7" name="Google Shape;3877;p2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8" name="Google Shape;3878;p2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9" name="Google Shape;3879;p2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0" name="Google Shape;3880;p2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1" name="Google Shape;3881;p2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2" name="Google Shape;3882;p2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3" name="Google Shape;3883;p2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4" name="Google Shape;3884;p2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5" name="Google Shape;3885;p2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6" name="Google Shape;3886;p2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7" name="Google Shape;3887;p2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8" name="Google Shape;3888;p2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9" name="Google Shape;3889;p2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0" name="Google Shape;3890;p2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1" name="Google Shape;3891;p2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2" name="Google Shape;3892;p2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3" name="Google Shape;3893;p2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4" name="Google Shape;3894;p2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5" name="Google Shape;3895;p2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6" name="Google Shape;3896;p2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7" name="Google Shape;3897;p2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8" name="Google Shape;3898;p2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9" name="Google Shape;3899;p2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0" name="Google Shape;3900;p2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1" name="Google Shape;3901;p2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2" name="Google Shape;3902;p2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3" name="Google Shape;3903;p2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4" name="Google Shape;3904;p2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5" name="Google Shape;3905;p2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6" name="Google Shape;3906;p2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7" name="Google Shape;3907;p2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8" name="Google Shape;3908;p2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9" name="Google Shape;3909;p2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0" name="Google Shape;3910;p2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1" name="Google Shape;3911;p2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2" name="Google Shape;3912;p2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3" name="Google Shape;3913;p2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4" name="Google Shape;3914;p2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5" name="Google Shape;3915;p2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6" name="Google Shape;3916;p2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7" name="Google Shape;3917;p2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8" name="Google Shape;3918;p2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9" name="Google Shape;3919;p2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0" name="Google Shape;3920;p2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1" name="Google Shape;3921;p2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2" name="Google Shape;3922;p2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3" name="Google Shape;3923;p2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4" name="Google Shape;3924;p2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5" name="Google Shape;3925;p2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6" name="Google Shape;3926;p2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7" name="Google Shape;3927;p2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8" name="Google Shape;3928;p2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9" name="Google Shape;3929;p2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0" name="Google Shape;3930;p2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1" name="Google Shape;3931;p2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2" name="Google Shape;3932;p2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3" name="Google Shape;3933;p2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4" name="Google Shape;3934;p2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5" name="Google Shape;3935;p2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6" name="Google Shape;3936;p2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7" name="Google Shape;3937;p2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8" name="Google Shape;3938;p2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9" name="Google Shape;3939;p2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0" name="Google Shape;3940;p2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1" name="Google Shape;3941;p2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2" name="Google Shape;3942;p2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3" name="Google Shape;3943;p2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4" name="Google Shape;3944;p2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5" name="Google Shape;3945;p2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6" name="Google Shape;3946;p2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7" name="Google Shape;3947;p2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8" name="Google Shape;3948;p2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9" name="Google Shape;3949;p2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0" name="Google Shape;3950;p2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1" name="Google Shape;3951;p2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2" name="Google Shape;3952;p2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3" name="Google Shape;3953;p2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4" name="Google Shape;3954;p2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5" name="Google Shape;3955;p2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6" name="Google Shape;3956;p2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957" name="Google Shape;3957;p23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3958" name="Google Shape;3958;p2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9" name="Google Shape;3959;p2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0" name="Google Shape;3960;p2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1" name="Google Shape;3961;p2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2" name="Google Shape;3962;p2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3" name="Google Shape;3963;p2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4" name="Google Shape;3964;p2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5" name="Google Shape;3965;p2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6" name="Google Shape;3966;p2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7" name="Google Shape;3967;p2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8" name="Google Shape;3968;p2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9" name="Google Shape;3969;p2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0" name="Google Shape;3970;p2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1" name="Google Shape;3971;p2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2" name="Google Shape;3972;p2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3" name="Google Shape;3973;p2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4" name="Google Shape;3974;p2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5" name="Google Shape;3975;p2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6" name="Google Shape;3976;p2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7" name="Google Shape;3977;p2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8" name="Google Shape;3978;p2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9" name="Google Shape;3979;p2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0" name="Google Shape;3980;p2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1" name="Google Shape;3981;p2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2" name="Google Shape;3982;p2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3" name="Google Shape;3983;p2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4" name="Google Shape;3984;p2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5" name="Google Shape;3985;p2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6" name="Google Shape;3986;p2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7" name="Google Shape;3987;p2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8" name="Google Shape;3988;p2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9" name="Google Shape;3989;p2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0" name="Google Shape;3990;p2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1" name="Google Shape;3991;p2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2" name="Google Shape;3992;p2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3" name="Google Shape;3993;p2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4" name="Google Shape;3994;p2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5" name="Google Shape;3995;p2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6" name="Google Shape;3996;p2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7" name="Google Shape;3997;p2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8" name="Google Shape;3998;p2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9" name="Google Shape;3999;p2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0" name="Google Shape;4000;p2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1" name="Google Shape;4001;p2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2" name="Google Shape;4002;p2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3" name="Google Shape;4003;p2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4" name="Google Shape;4004;p2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5" name="Google Shape;4005;p2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6" name="Google Shape;4006;p2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7" name="Google Shape;4007;p2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8" name="Google Shape;4008;p2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9" name="Google Shape;4009;p2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0" name="Google Shape;4010;p2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1" name="Google Shape;4011;p2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2" name="Google Shape;4012;p2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3" name="Google Shape;4013;p2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4" name="Google Shape;4014;p2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5" name="Google Shape;4015;p2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6" name="Google Shape;4016;p2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7" name="Google Shape;4017;p2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8" name="Google Shape;4018;p2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9" name="Google Shape;4019;p2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0" name="Google Shape;4020;p2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1" name="Google Shape;4021;p2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2" name="Google Shape;4022;p2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3" name="Google Shape;4023;p2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4" name="Google Shape;4024;p2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5" name="Google Shape;4025;p2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6" name="Google Shape;4026;p2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7" name="Google Shape;4027;p2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8" name="Google Shape;4028;p2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9" name="Google Shape;4029;p2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0" name="Google Shape;4030;p2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1" name="Google Shape;4031;p2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2" name="Google Shape;4032;p2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3" name="Google Shape;4033;p2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4" name="Google Shape;4034;p2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5" name="Google Shape;4035;p2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6" name="Google Shape;4036;p2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7" name="Google Shape;4037;p2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8" name="Google Shape;4038;p2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9" name="Google Shape;4039;p2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0" name="Google Shape;4040;p2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1" name="Google Shape;4041;p2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2" name="Google Shape;4042;p2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3" name="Google Shape;4043;p2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4" name="Google Shape;4044;p2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5" name="Google Shape;4045;p2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6" name="Google Shape;4046;p2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7" name="Google Shape;4047;p2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8" name="Google Shape;4048;p2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9" name="Google Shape;4049;p2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50" name="Google Shape;4050;p23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23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23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23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4" name="Google Shape;4054;p23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4055" name="Google Shape;4055;p23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4056" name="Google Shape;4056;p2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7" name="Google Shape;4057;p2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8" name="Google Shape;4058;p2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9" name="Google Shape;4059;p2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0" name="Google Shape;4060;p2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1" name="Google Shape;4061;p2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2" name="Google Shape;4062;p2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3" name="Google Shape;4063;p2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4" name="Google Shape;4064;p2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5" name="Google Shape;4065;p2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6" name="Google Shape;4066;p2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7" name="Google Shape;4067;p2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8" name="Google Shape;4068;p2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9" name="Google Shape;4069;p2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0" name="Google Shape;4070;p2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1" name="Google Shape;4071;p2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2" name="Google Shape;4072;p2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3" name="Google Shape;4073;p2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4" name="Google Shape;4074;p2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5" name="Google Shape;4075;p2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6" name="Google Shape;4076;p2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7" name="Google Shape;4077;p2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8" name="Google Shape;4078;p2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9" name="Google Shape;4079;p2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0" name="Google Shape;4080;p2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1" name="Google Shape;4081;p2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2" name="Google Shape;4082;p2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3" name="Google Shape;4083;p2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4" name="Google Shape;4084;p2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5" name="Google Shape;4085;p2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6" name="Google Shape;4086;p2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7" name="Google Shape;4087;p2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8" name="Google Shape;4088;p2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9" name="Google Shape;4089;p2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0" name="Google Shape;4090;p2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1" name="Google Shape;4091;p2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2" name="Google Shape;4092;p2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3" name="Google Shape;4093;p2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4" name="Google Shape;4094;p2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5" name="Google Shape;4095;p2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6" name="Google Shape;4096;p2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7" name="Google Shape;4097;p2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8" name="Google Shape;4098;p2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9" name="Google Shape;4099;p2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0" name="Google Shape;4100;p2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1" name="Google Shape;4101;p2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2" name="Google Shape;4102;p2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3" name="Google Shape;4103;p2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4" name="Google Shape;4104;p2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5" name="Google Shape;4105;p2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6" name="Google Shape;4106;p2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7" name="Google Shape;4107;p2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8" name="Google Shape;4108;p2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9" name="Google Shape;4109;p2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0" name="Google Shape;4110;p2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1" name="Google Shape;4111;p2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2" name="Google Shape;4112;p2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3" name="Google Shape;4113;p2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4" name="Google Shape;4114;p2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5" name="Google Shape;4115;p2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6" name="Google Shape;4116;p2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7" name="Google Shape;4117;p2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8" name="Google Shape;4118;p2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9" name="Google Shape;4119;p2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0" name="Google Shape;4120;p2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1" name="Google Shape;4121;p2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2" name="Google Shape;4122;p2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3" name="Google Shape;4123;p2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4" name="Google Shape;4124;p2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5" name="Google Shape;4125;p2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6" name="Google Shape;4126;p2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7" name="Google Shape;4127;p2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8" name="Google Shape;4128;p2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29" name="Google Shape;4129;p2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0" name="Google Shape;4130;p2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1" name="Google Shape;4131;p2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2" name="Google Shape;4132;p2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3" name="Google Shape;4133;p2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4" name="Google Shape;4134;p2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5" name="Google Shape;4135;p2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6" name="Google Shape;4136;p2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7" name="Google Shape;4137;p2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8" name="Google Shape;4138;p2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39" name="Google Shape;4139;p2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0" name="Google Shape;4140;p2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1" name="Google Shape;4141;p2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2" name="Google Shape;4142;p2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3" name="Google Shape;4143;p2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4" name="Google Shape;4144;p2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5" name="Google Shape;4145;p2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6" name="Google Shape;4146;p2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47" name="Google Shape;4147;p2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148" name="Google Shape;4148;p23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4149" name="Google Shape;4149;p23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0" name="Google Shape;4150;p23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1" name="Google Shape;4151;p23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2" name="Google Shape;4152;p23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3" name="Google Shape;4153;p23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23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5" name="Google Shape;4155;p23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6" name="Google Shape;4156;p23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7" name="Google Shape;4157;p23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8" name="Google Shape;4158;p23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9" name="Google Shape;4159;p23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0" name="Google Shape;4160;p23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1" name="Google Shape;4161;p23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2" name="Google Shape;4162;p23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3" name="Google Shape;4163;p23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4" name="Google Shape;4164;p23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5" name="Google Shape;4165;p23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6" name="Google Shape;4166;p23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7" name="Google Shape;4167;p23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8" name="Google Shape;4168;p23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9" name="Google Shape;4169;p23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0" name="Google Shape;4170;p23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1" name="Google Shape;4171;p23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2" name="Google Shape;4172;p23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3" name="Google Shape;4173;p23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4" name="Google Shape;4174;p23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5" name="Google Shape;4175;p23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6" name="Google Shape;4176;p23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7" name="Google Shape;4177;p23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8" name="Google Shape;4178;p23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9" name="Google Shape;4179;p23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0" name="Google Shape;4180;p23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1" name="Google Shape;4181;p23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2" name="Google Shape;4182;p23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3" name="Google Shape;4183;p23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4" name="Google Shape;4184;p23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5" name="Google Shape;4185;p23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6" name="Google Shape;4186;p23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7" name="Google Shape;4187;p23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8" name="Google Shape;4188;p23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9" name="Google Shape;4189;p23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0" name="Google Shape;4190;p23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1" name="Google Shape;4191;p23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2" name="Google Shape;4192;p23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3" name="Google Shape;4193;p23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4" name="Google Shape;4194;p23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5" name="Google Shape;4195;p23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6" name="Google Shape;4196;p23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7" name="Google Shape;4197;p23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8" name="Google Shape;4198;p23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99" name="Google Shape;4199;p23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0" name="Google Shape;4200;p23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1" name="Google Shape;4201;p23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2" name="Google Shape;4202;p23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3" name="Google Shape;4203;p23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4" name="Google Shape;4204;p23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5" name="Google Shape;4205;p23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6" name="Google Shape;4206;p23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7" name="Google Shape;4207;p23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8" name="Google Shape;4208;p23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09" name="Google Shape;4209;p23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0" name="Google Shape;4210;p23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1" name="Google Shape;4211;p23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2" name="Google Shape;4212;p23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3" name="Google Shape;4213;p23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4" name="Google Shape;4214;p23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5" name="Google Shape;4215;p23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6" name="Google Shape;4216;p23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7" name="Google Shape;4217;p23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8" name="Google Shape;4218;p23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19" name="Google Shape;4219;p23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0" name="Google Shape;4220;p23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1" name="Google Shape;4221;p23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2" name="Google Shape;4222;p23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3" name="Google Shape;4223;p23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4" name="Google Shape;4224;p23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5" name="Google Shape;4225;p23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6" name="Google Shape;4226;p23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7" name="Google Shape;4227;p23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8" name="Google Shape;4228;p23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9" name="Google Shape;4229;p23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0" name="Google Shape;4230;p23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1" name="Google Shape;4231;p23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2" name="Google Shape;4232;p23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3" name="Google Shape;4233;p23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4" name="Google Shape;4234;p23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5" name="Google Shape;4235;p23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6" name="Google Shape;4236;p23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7" name="Google Shape;4237;p23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8" name="Google Shape;4238;p23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9" name="Google Shape;4239;p23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0" name="Google Shape;4240;p23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241" name="Google Shape;4241;p23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23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23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23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5" name="Google Shape;4245;p23"/>
          <p:cNvSpPr/>
          <p:nvPr/>
        </p:nvSpPr>
        <p:spPr>
          <a:xfrm rot="-5400000">
            <a:off x="6043713" y="3565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6" name="Google Shape;4246;p23"/>
          <p:cNvSpPr/>
          <p:nvPr/>
        </p:nvSpPr>
        <p:spPr>
          <a:xfrm rot="-5400000">
            <a:off x="6391225" y="3565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p23"/>
          <p:cNvSpPr/>
          <p:nvPr/>
        </p:nvSpPr>
        <p:spPr>
          <a:xfrm rot="-5400000">
            <a:off x="6738738" y="356563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8" name="Google Shape;4248;p23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9" name="Google Shape;4249;p23"/>
          <p:cNvSpPr/>
          <p:nvPr/>
        </p:nvSpPr>
        <p:spPr>
          <a:xfrm>
            <a:off x="7245863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0" name="Google Shape;4250;p23"/>
          <p:cNvSpPr/>
          <p:nvPr/>
        </p:nvSpPr>
        <p:spPr>
          <a:xfrm>
            <a:off x="18393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1" name="Google Shape;4251;p23"/>
          <p:cNvSpPr/>
          <p:nvPr/>
        </p:nvSpPr>
        <p:spPr>
          <a:xfrm>
            <a:off x="689117" y="148831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2" name="Google Shape;4252;p23"/>
          <p:cNvSpPr/>
          <p:nvPr/>
        </p:nvSpPr>
        <p:spPr>
          <a:xfrm>
            <a:off x="689117" y="1872365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3" name="Google Shape;4253;p23"/>
          <p:cNvSpPr/>
          <p:nvPr/>
        </p:nvSpPr>
        <p:spPr>
          <a:xfrm>
            <a:off x="689117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4" name="Google Shape;4254;p23"/>
          <p:cNvSpPr/>
          <p:nvPr/>
        </p:nvSpPr>
        <p:spPr>
          <a:xfrm>
            <a:off x="689117" y="2637192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5" name="Google Shape;4255;p23"/>
          <p:cNvSpPr/>
          <p:nvPr/>
        </p:nvSpPr>
        <p:spPr>
          <a:xfrm>
            <a:off x="689117" y="3021243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6" name="Google Shape;4256;p23"/>
          <p:cNvSpPr/>
          <p:nvPr/>
        </p:nvSpPr>
        <p:spPr>
          <a:xfrm>
            <a:off x="8050667" y="1488314"/>
            <a:ext cx="404216" cy="233847"/>
          </a:xfrm>
          <a:custGeom>
            <a:rect b="b" l="l" r="r" t="t"/>
            <a:pathLst>
              <a:path extrusionOk="0" h="2284" w="3948">
                <a:moveTo>
                  <a:pt x="1175" y="0"/>
                </a:moveTo>
                <a:cubicBezTo>
                  <a:pt x="523" y="0"/>
                  <a:pt x="1" y="522"/>
                  <a:pt x="1" y="1142"/>
                </a:cubicBezTo>
                <a:cubicBezTo>
                  <a:pt x="1" y="1794"/>
                  <a:pt x="523" y="2284"/>
                  <a:pt x="1142" y="2284"/>
                </a:cubicBezTo>
                <a:lnTo>
                  <a:pt x="3948" y="2284"/>
                </a:lnTo>
                <a:lnTo>
                  <a:pt x="3948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7" name="Google Shape;4257;p23"/>
          <p:cNvSpPr/>
          <p:nvPr/>
        </p:nvSpPr>
        <p:spPr>
          <a:xfrm>
            <a:off x="8020668" y="1872365"/>
            <a:ext cx="434215" cy="233847"/>
          </a:xfrm>
          <a:custGeom>
            <a:rect b="b" l="l" r="r" t="t"/>
            <a:pathLst>
              <a:path extrusionOk="0" h="2284" w="4241">
                <a:moveTo>
                  <a:pt x="1468" y="1"/>
                </a:moveTo>
                <a:cubicBezTo>
                  <a:pt x="0" y="66"/>
                  <a:pt x="0" y="2186"/>
                  <a:pt x="1468" y="2284"/>
                </a:cubicBezTo>
                <a:lnTo>
                  <a:pt x="4241" y="2284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8" name="Google Shape;4258;p23"/>
          <p:cNvSpPr/>
          <p:nvPr/>
        </p:nvSpPr>
        <p:spPr>
          <a:xfrm>
            <a:off x="8013911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534" y="1"/>
                </a:moveTo>
                <a:cubicBezTo>
                  <a:pt x="1" y="1"/>
                  <a:pt x="1" y="2284"/>
                  <a:pt x="1534" y="2284"/>
                </a:cubicBezTo>
                <a:lnTo>
                  <a:pt x="4307" y="2284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9" name="Google Shape;4259;p23"/>
          <p:cNvSpPr/>
          <p:nvPr/>
        </p:nvSpPr>
        <p:spPr>
          <a:xfrm>
            <a:off x="8013911" y="2637192"/>
            <a:ext cx="440972" cy="237226"/>
          </a:xfrm>
          <a:custGeom>
            <a:rect b="b" l="l" r="r" t="t"/>
            <a:pathLst>
              <a:path extrusionOk="0" h="2317" w="4307">
                <a:moveTo>
                  <a:pt x="1534" y="1"/>
                </a:moveTo>
                <a:cubicBezTo>
                  <a:pt x="1" y="1"/>
                  <a:pt x="1" y="2317"/>
                  <a:pt x="1534" y="2317"/>
                </a:cubicBezTo>
                <a:lnTo>
                  <a:pt x="4307" y="2317"/>
                </a:lnTo>
                <a:lnTo>
                  <a:pt x="4307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0" name="Google Shape;4260;p23"/>
          <p:cNvSpPr/>
          <p:nvPr/>
        </p:nvSpPr>
        <p:spPr>
          <a:xfrm>
            <a:off x="8020668" y="3021243"/>
            <a:ext cx="434215" cy="237226"/>
          </a:xfrm>
          <a:custGeom>
            <a:rect b="b" l="l" r="r" t="t"/>
            <a:pathLst>
              <a:path extrusionOk="0" h="2317" w="4241">
                <a:moveTo>
                  <a:pt x="1468" y="1"/>
                </a:moveTo>
                <a:cubicBezTo>
                  <a:pt x="0" y="99"/>
                  <a:pt x="0" y="2219"/>
                  <a:pt x="1468" y="2317"/>
                </a:cubicBezTo>
                <a:lnTo>
                  <a:pt x="4241" y="2317"/>
                </a:lnTo>
                <a:lnTo>
                  <a:pt x="4241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1" name="Google Shape;4261;p23"/>
          <p:cNvCxnSpPr/>
          <p:nvPr/>
        </p:nvCxnSpPr>
        <p:spPr>
          <a:xfrm>
            <a:off x="1869250" y="4750750"/>
            <a:ext cx="5435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2" name="Google Shape;4262;p23"/>
          <p:cNvSpPr txBox="1"/>
          <p:nvPr>
            <p:ph type="title"/>
          </p:nvPr>
        </p:nvSpPr>
        <p:spPr>
          <a:xfrm>
            <a:off x="2854650" y="852700"/>
            <a:ext cx="3434700" cy="6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63" name="Google Shape;4263;p23"/>
          <p:cNvSpPr txBox="1"/>
          <p:nvPr>
            <p:ph idx="1" type="subTitle"/>
          </p:nvPr>
        </p:nvSpPr>
        <p:spPr>
          <a:xfrm>
            <a:off x="2854650" y="1493700"/>
            <a:ext cx="3434700" cy="11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64" name="Google Shape;4264;p23"/>
          <p:cNvSpPr txBox="1"/>
          <p:nvPr/>
        </p:nvSpPr>
        <p:spPr>
          <a:xfrm>
            <a:off x="2727150" y="3507075"/>
            <a:ext cx="368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6" name="Google Shape;4266;p24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4267" name="Google Shape;4267;p24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4268" name="Google Shape;4268;p24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69" name="Google Shape;4269;p24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0" name="Google Shape;4270;p24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1" name="Google Shape;4271;p24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2" name="Google Shape;4272;p24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3" name="Google Shape;4273;p24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4" name="Google Shape;4274;p24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5" name="Google Shape;4275;p24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6" name="Google Shape;4276;p24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7" name="Google Shape;4277;p24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8" name="Google Shape;4278;p24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9" name="Google Shape;4279;p24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0" name="Google Shape;4280;p24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1" name="Google Shape;4281;p24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2" name="Google Shape;4282;p24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3" name="Google Shape;4283;p24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4" name="Google Shape;4284;p24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5" name="Google Shape;4285;p24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6" name="Google Shape;4286;p24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7" name="Google Shape;4287;p24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8" name="Google Shape;4288;p24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9" name="Google Shape;4289;p24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0" name="Google Shape;4290;p24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1" name="Google Shape;4291;p24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2" name="Google Shape;4292;p24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3" name="Google Shape;4293;p24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4" name="Google Shape;4294;p24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5" name="Google Shape;4295;p24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6" name="Google Shape;4296;p24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7" name="Google Shape;4297;p24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8" name="Google Shape;4298;p24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9" name="Google Shape;4299;p24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0" name="Google Shape;4300;p24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1" name="Google Shape;4301;p24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2" name="Google Shape;4302;p24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3" name="Google Shape;4303;p24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4" name="Google Shape;4304;p24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5" name="Google Shape;4305;p24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6" name="Google Shape;4306;p24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7" name="Google Shape;4307;p24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8" name="Google Shape;4308;p24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9" name="Google Shape;4309;p24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0" name="Google Shape;4310;p24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1" name="Google Shape;4311;p24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2" name="Google Shape;4312;p24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3" name="Google Shape;4313;p24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4" name="Google Shape;4314;p24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5" name="Google Shape;4315;p24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6" name="Google Shape;4316;p24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7" name="Google Shape;4317;p24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8" name="Google Shape;4318;p24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9" name="Google Shape;4319;p24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0" name="Google Shape;4320;p24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1" name="Google Shape;4321;p24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2" name="Google Shape;4322;p24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3" name="Google Shape;4323;p24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4" name="Google Shape;4324;p24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5" name="Google Shape;4325;p24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6" name="Google Shape;4326;p24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7" name="Google Shape;4327;p24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8" name="Google Shape;4328;p24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9" name="Google Shape;4329;p24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0" name="Google Shape;4330;p24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1" name="Google Shape;4331;p24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2" name="Google Shape;4332;p24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3" name="Google Shape;4333;p24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4" name="Google Shape;4334;p24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5" name="Google Shape;4335;p24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6" name="Google Shape;4336;p24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7" name="Google Shape;4337;p24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8" name="Google Shape;4338;p24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9" name="Google Shape;4339;p24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0" name="Google Shape;4340;p24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1" name="Google Shape;4341;p24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2" name="Google Shape;4342;p24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3" name="Google Shape;4343;p24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4" name="Google Shape;4344;p24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5" name="Google Shape;4345;p24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6" name="Google Shape;4346;p24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7" name="Google Shape;4347;p24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8" name="Google Shape;4348;p24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9" name="Google Shape;4349;p24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0" name="Google Shape;4350;p24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1" name="Google Shape;4351;p24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2" name="Google Shape;4352;p24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3" name="Google Shape;4353;p24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4" name="Google Shape;4354;p24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5" name="Google Shape;4355;p24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6" name="Google Shape;4356;p24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7" name="Google Shape;4357;p24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8" name="Google Shape;4358;p24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9" name="Google Shape;4359;p24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360" name="Google Shape;4360;p24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4361" name="Google Shape;4361;p24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2" name="Google Shape;4362;p24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3" name="Google Shape;4363;p24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4" name="Google Shape;4364;p24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5" name="Google Shape;4365;p24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6" name="Google Shape;4366;p24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7" name="Google Shape;4367;p24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8" name="Google Shape;4368;p24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9" name="Google Shape;4369;p24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0" name="Google Shape;4370;p24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1" name="Google Shape;4371;p24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2" name="Google Shape;4372;p24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3" name="Google Shape;4373;p24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4" name="Google Shape;4374;p24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5" name="Google Shape;4375;p24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6" name="Google Shape;4376;p24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7" name="Google Shape;4377;p24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8" name="Google Shape;4378;p24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9" name="Google Shape;4379;p24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0" name="Google Shape;4380;p24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1" name="Google Shape;4381;p24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2" name="Google Shape;4382;p24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3" name="Google Shape;4383;p24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4" name="Google Shape;4384;p24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5" name="Google Shape;4385;p24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6" name="Google Shape;4386;p24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7" name="Google Shape;4387;p24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8" name="Google Shape;4388;p24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9" name="Google Shape;4389;p24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0" name="Google Shape;4390;p24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1" name="Google Shape;4391;p24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2" name="Google Shape;4392;p24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3" name="Google Shape;4393;p24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4" name="Google Shape;4394;p24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5" name="Google Shape;4395;p24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6" name="Google Shape;4396;p24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7" name="Google Shape;4397;p24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8" name="Google Shape;4398;p24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9" name="Google Shape;4399;p24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0" name="Google Shape;4400;p24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1" name="Google Shape;4401;p24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2" name="Google Shape;4402;p24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3" name="Google Shape;4403;p24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4" name="Google Shape;4404;p24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5" name="Google Shape;4405;p24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6" name="Google Shape;4406;p24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7" name="Google Shape;4407;p24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8" name="Google Shape;4408;p24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9" name="Google Shape;4409;p24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0" name="Google Shape;4410;p24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1" name="Google Shape;4411;p24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2" name="Google Shape;4412;p24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3" name="Google Shape;4413;p24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4" name="Google Shape;4414;p24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5" name="Google Shape;4415;p24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6" name="Google Shape;4416;p24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7" name="Google Shape;4417;p24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8" name="Google Shape;4418;p24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9" name="Google Shape;4419;p24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0" name="Google Shape;4420;p24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1" name="Google Shape;4421;p24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2" name="Google Shape;4422;p24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3" name="Google Shape;4423;p24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4" name="Google Shape;4424;p24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5" name="Google Shape;4425;p24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6" name="Google Shape;4426;p24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7" name="Google Shape;4427;p24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8" name="Google Shape;4428;p24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9" name="Google Shape;4429;p24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0" name="Google Shape;4430;p24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1" name="Google Shape;4431;p24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2" name="Google Shape;4432;p24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3" name="Google Shape;4433;p24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4" name="Google Shape;4434;p24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5" name="Google Shape;4435;p24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6" name="Google Shape;4436;p24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7" name="Google Shape;4437;p24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8" name="Google Shape;4438;p24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9" name="Google Shape;4439;p24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0" name="Google Shape;4440;p24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1" name="Google Shape;4441;p24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2" name="Google Shape;4442;p24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3" name="Google Shape;4443;p24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4" name="Google Shape;4444;p24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5" name="Google Shape;4445;p24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6" name="Google Shape;4446;p24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7" name="Google Shape;4447;p24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8" name="Google Shape;4448;p24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9" name="Google Shape;4449;p24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0" name="Google Shape;4450;p24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1" name="Google Shape;4451;p24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2" name="Google Shape;4452;p24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453" name="Google Shape;4453;p24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24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5" name="Google Shape;4455;p24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6" name="Google Shape;4456;p24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7" name="Google Shape;4457;p24"/>
          <p:cNvSpPr/>
          <p:nvPr/>
        </p:nvSpPr>
        <p:spPr>
          <a:xfrm>
            <a:off x="411300" y="338250"/>
            <a:ext cx="8321400" cy="4467000"/>
          </a:xfrm>
          <a:prstGeom prst="round2DiagRect">
            <a:avLst>
              <a:gd fmla="val 7044" name="adj1"/>
              <a:gd fmla="val 0" name="adj2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240000" dist="857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458" name="Shape 4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9" name="Google Shape;4459;p25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4460" name="Google Shape;4460;p25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4461" name="Google Shape;4461;p25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2" name="Google Shape;4462;p25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3" name="Google Shape;4463;p25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4" name="Google Shape;4464;p25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5" name="Google Shape;4465;p25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6" name="Google Shape;4466;p25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7" name="Google Shape;4467;p25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8" name="Google Shape;4468;p25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9" name="Google Shape;4469;p25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0" name="Google Shape;4470;p25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1" name="Google Shape;4471;p25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2" name="Google Shape;4472;p25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3" name="Google Shape;4473;p25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4" name="Google Shape;4474;p25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5" name="Google Shape;4475;p25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6" name="Google Shape;4476;p25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7" name="Google Shape;4477;p25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8" name="Google Shape;4478;p25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9" name="Google Shape;4479;p25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0" name="Google Shape;4480;p25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1" name="Google Shape;4481;p25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2" name="Google Shape;4482;p25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3" name="Google Shape;4483;p25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4" name="Google Shape;4484;p25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5" name="Google Shape;4485;p25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6" name="Google Shape;4486;p25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7" name="Google Shape;4487;p25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8" name="Google Shape;4488;p25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9" name="Google Shape;4489;p25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0" name="Google Shape;4490;p25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1" name="Google Shape;4491;p25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2" name="Google Shape;4492;p25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3" name="Google Shape;4493;p25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4" name="Google Shape;4494;p25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5" name="Google Shape;4495;p25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6" name="Google Shape;4496;p25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7" name="Google Shape;4497;p25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8" name="Google Shape;4498;p25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99" name="Google Shape;4499;p25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0" name="Google Shape;4500;p25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1" name="Google Shape;4501;p25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2" name="Google Shape;4502;p25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3" name="Google Shape;4503;p25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4" name="Google Shape;4504;p25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5" name="Google Shape;4505;p25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6" name="Google Shape;4506;p25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7" name="Google Shape;4507;p25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8" name="Google Shape;4508;p25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09" name="Google Shape;4509;p25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0" name="Google Shape;4510;p25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1" name="Google Shape;4511;p25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2" name="Google Shape;4512;p25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3" name="Google Shape;4513;p25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4" name="Google Shape;4514;p25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5" name="Google Shape;4515;p25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6" name="Google Shape;4516;p25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7" name="Google Shape;4517;p25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8" name="Google Shape;4518;p25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9" name="Google Shape;4519;p25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0" name="Google Shape;4520;p25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1" name="Google Shape;4521;p25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2" name="Google Shape;4522;p25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3" name="Google Shape;4523;p25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4" name="Google Shape;4524;p25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5" name="Google Shape;4525;p25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6" name="Google Shape;4526;p25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7" name="Google Shape;4527;p25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8" name="Google Shape;4528;p25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9" name="Google Shape;4529;p25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0" name="Google Shape;4530;p25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1" name="Google Shape;4531;p25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2" name="Google Shape;4532;p25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3" name="Google Shape;4533;p25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4" name="Google Shape;4534;p25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5" name="Google Shape;4535;p25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6" name="Google Shape;4536;p25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7" name="Google Shape;4537;p25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8" name="Google Shape;4538;p25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9" name="Google Shape;4539;p25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0" name="Google Shape;4540;p25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1" name="Google Shape;4541;p25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2" name="Google Shape;4542;p25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3" name="Google Shape;4543;p25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4" name="Google Shape;4544;p25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5" name="Google Shape;4545;p25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6" name="Google Shape;4546;p25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7" name="Google Shape;4547;p25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8" name="Google Shape;4548;p25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9" name="Google Shape;4549;p25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0" name="Google Shape;4550;p25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1" name="Google Shape;4551;p25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2" name="Google Shape;4552;p25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53" name="Google Shape;4553;p25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4554" name="Google Shape;4554;p25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5" name="Google Shape;4555;p25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6" name="Google Shape;4556;p25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7" name="Google Shape;4557;p25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8" name="Google Shape;4558;p25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59" name="Google Shape;4559;p25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0" name="Google Shape;4560;p25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1" name="Google Shape;4561;p25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2" name="Google Shape;4562;p25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3" name="Google Shape;4563;p25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4" name="Google Shape;4564;p25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5" name="Google Shape;4565;p25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6" name="Google Shape;4566;p25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7" name="Google Shape;4567;p25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8" name="Google Shape;4568;p25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69" name="Google Shape;4569;p25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0" name="Google Shape;4570;p25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1" name="Google Shape;4571;p25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2" name="Google Shape;4572;p25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3" name="Google Shape;4573;p25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4" name="Google Shape;4574;p25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5" name="Google Shape;4575;p25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6" name="Google Shape;4576;p25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7" name="Google Shape;4577;p25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8" name="Google Shape;4578;p25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9" name="Google Shape;4579;p25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0" name="Google Shape;4580;p25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1" name="Google Shape;4581;p25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2" name="Google Shape;4582;p25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3" name="Google Shape;4583;p25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4" name="Google Shape;4584;p25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5" name="Google Shape;4585;p25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6" name="Google Shape;4586;p25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7" name="Google Shape;4587;p25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8" name="Google Shape;4588;p25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9" name="Google Shape;4589;p25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0" name="Google Shape;4590;p25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1" name="Google Shape;4591;p25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2" name="Google Shape;4592;p25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3" name="Google Shape;4593;p25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4" name="Google Shape;4594;p25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5" name="Google Shape;4595;p25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6" name="Google Shape;4596;p25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7" name="Google Shape;4597;p25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8" name="Google Shape;4598;p25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99" name="Google Shape;4599;p25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0" name="Google Shape;4600;p25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1" name="Google Shape;4601;p25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2" name="Google Shape;4602;p25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3" name="Google Shape;4603;p25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4" name="Google Shape;4604;p25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5" name="Google Shape;4605;p25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6" name="Google Shape;4606;p25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7" name="Google Shape;4607;p25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8" name="Google Shape;4608;p25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9" name="Google Shape;4609;p25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0" name="Google Shape;4610;p25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1" name="Google Shape;4611;p25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2" name="Google Shape;4612;p25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3" name="Google Shape;4613;p25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4" name="Google Shape;4614;p25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5" name="Google Shape;4615;p25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6" name="Google Shape;4616;p25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7" name="Google Shape;4617;p25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8" name="Google Shape;4618;p25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9" name="Google Shape;4619;p25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0" name="Google Shape;4620;p25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1" name="Google Shape;4621;p25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2" name="Google Shape;4622;p25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3" name="Google Shape;4623;p25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4" name="Google Shape;4624;p25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5" name="Google Shape;4625;p25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6" name="Google Shape;4626;p25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7" name="Google Shape;4627;p25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8" name="Google Shape;4628;p25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9" name="Google Shape;4629;p25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0" name="Google Shape;4630;p25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1" name="Google Shape;4631;p25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2" name="Google Shape;4632;p25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3" name="Google Shape;4633;p25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4" name="Google Shape;4634;p25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5" name="Google Shape;4635;p25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6" name="Google Shape;4636;p25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7" name="Google Shape;4637;p25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8" name="Google Shape;4638;p25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9" name="Google Shape;4639;p25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0" name="Google Shape;4640;p25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1" name="Google Shape;4641;p25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2" name="Google Shape;4642;p25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3" name="Google Shape;4643;p25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4" name="Google Shape;4644;p25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45" name="Google Shape;4645;p25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646" name="Google Shape;4646;p25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0" name="Google Shape;4650;p25"/>
          <p:cNvSpPr/>
          <p:nvPr/>
        </p:nvSpPr>
        <p:spPr>
          <a:xfrm>
            <a:off x="718525" y="504375"/>
            <a:ext cx="7703400" cy="4128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1" name="Google Shape;4651;p25"/>
          <p:cNvSpPr/>
          <p:nvPr/>
        </p:nvSpPr>
        <p:spPr>
          <a:xfrm>
            <a:off x="7480725" y="497999"/>
            <a:ext cx="58800" cy="41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2" name="Google Shape;4652;p25"/>
          <p:cNvSpPr/>
          <p:nvPr/>
        </p:nvSpPr>
        <p:spPr>
          <a:xfrm>
            <a:off x="728917" y="148831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3" name="Google Shape;4653;p25"/>
          <p:cNvSpPr/>
          <p:nvPr/>
        </p:nvSpPr>
        <p:spPr>
          <a:xfrm>
            <a:off x="728917" y="1872365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4" name="Google Shape;4654;p25"/>
          <p:cNvSpPr/>
          <p:nvPr/>
        </p:nvSpPr>
        <p:spPr>
          <a:xfrm>
            <a:off x="728917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5" name="Google Shape;4655;p25"/>
          <p:cNvSpPr/>
          <p:nvPr/>
        </p:nvSpPr>
        <p:spPr>
          <a:xfrm>
            <a:off x="728917" y="2637192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6" name="Google Shape;4656;p25"/>
          <p:cNvSpPr/>
          <p:nvPr/>
        </p:nvSpPr>
        <p:spPr>
          <a:xfrm>
            <a:off x="728917" y="3021243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7" name="Google Shape;4657;p25"/>
          <p:cNvSpPr/>
          <p:nvPr/>
        </p:nvSpPr>
        <p:spPr>
          <a:xfrm flipH="1">
            <a:off x="7975972" y="1488314"/>
            <a:ext cx="434317" cy="233847"/>
          </a:xfrm>
          <a:custGeom>
            <a:rect b="b" l="l" r="r" t="t"/>
            <a:pathLst>
              <a:path extrusionOk="0" h="2284" w="4242">
                <a:moveTo>
                  <a:pt x="1" y="0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218"/>
                  <a:pt x="4241" y="98"/>
                  <a:pt x="28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8" name="Google Shape;4658;p25"/>
          <p:cNvSpPr/>
          <p:nvPr/>
        </p:nvSpPr>
        <p:spPr>
          <a:xfrm flipH="1">
            <a:off x="7975972" y="1872365"/>
            <a:ext cx="434317" cy="233847"/>
          </a:xfrm>
          <a:custGeom>
            <a:rect b="b" l="l" r="r" t="t"/>
            <a:pathLst>
              <a:path extrusionOk="0" h="2284" w="4242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241" y="2186"/>
                  <a:pt x="4241" y="66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9" name="Google Shape;4659;p25"/>
          <p:cNvSpPr/>
          <p:nvPr/>
        </p:nvSpPr>
        <p:spPr>
          <a:xfrm flipH="1">
            <a:off x="7969317" y="2256417"/>
            <a:ext cx="440972" cy="233950"/>
          </a:xfrm>
          <a:custGeom>
            <a:rect b="b" l="l" r="r" t="t"/>
            <a:pathLst>
              <a:path extrusionOk="0" h="2285" w="4307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4307" y="2284"/>
                  <a:pt x="4307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0" name="Google Shape;4660;p25"/>
          <p:cNvSpPr/>
          <p:nvPr/>
        </p:nvSpPr>
        <p:spPr>
          <a:xfrm flipH="1">
            <a:off x="8006073" y="2637192"/>
            <a:ext cx="404216" cy="237226"/>
          </a:xfrm>
          <a:custGeom>
            <a:rect b="b" l="l" r="r" t="t"/>
            <a:pathLst>
              <a:path extrusionOk="0" h="2317" w="3948">
                <a:moveTo>
                  <a:pt x="1" y="1"/>
                </a:moveTo>
                <a:lnTo>
                  <a:pt x="1" y="2317"/>
                </a:lnTo>
                <a:lnTo>
                  <a:pt x="2806" y="2317"/>
                </a:lnTo>
                <a:cubicBezTo>
                  <a:pt x="3426" y="2317"/>
                  <a:pt x="3948" y="1795"/>
                  <a:pt x="3948" y="1175"/>
                </a:cubicBezTo>
                <a:cubicBezTo>
                  <a:pt x="3948" y="522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1" name="Google Shape;4661;p25"/>
          <p:cNvSpPr/>
          <p:nvPr/>
        </p:nvSpPr>
        <p:spPr>
          <a:xfrm flipH="1">
            <a:off x="8006073" y="3021243"/>
            <a:ext cx="404216" cy="234052"/>
          </a:xfrm>
          <a:custGeom>
            <a:rect b="b" l="l" r="r" t="t"/>
            <a:pathLst>
              <a:path extrusionOk="0" h="2286" w="3948">
                <a:moveTo>
                  <a:pt x="1" y="1"/>
                </a:moveTo>
                <a:lnTo>
                  <a:pt x="1" y="2284"/>
                </a:lnTo>
                <a:lnTo>
                  <a:pt x="2806" y="2284"/>
                </a:lnTo>
                <a:cubicBezTo>
                  <a:pt x="2824" y="2285"/>
                  <a:pt x="2843" y="2286"/>
                  <a:pt x="2861" y="2286"/>
                </a:cubicBezTo>
                <a:cubicBezTo>
                  <a:pt x="3456" y="2286"/>
                  <a:pt x="3948" y="1776"/>
                  <a:pt x="3948" y="1143"/>
                </a:cubicBezTo>
                <a:cubicBezTo>
                  <a:pt x="3948" y="523"/>
                  <a:pt x="3426" y="1"/>
                  <a:pt x="28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2" name="Google Shape;4662;p25"/>
          <p:cNvSpPr/>
          <p:nvPr/>
        </p:nvSpPr>
        <p:spPr>
          <a:xfrm>
            <a:off x="1600925" y="497999"/>
            <a:ext cx="58800" cy="41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663" name="Shape 4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4" name="Google Shape;4664;p26"/>
          <p:cNvGrpSpPr/>
          <p:nvPr/>
        </p:nvGrpSpPr>
        <p:grpSpPr>
          <a:xfrm>
            <a:off x="-7150" y="0"/>
            <a:ext cx="9154850" cy="5175257"/>
            <a:chOff x="-7150" y="0"/>
            <a:chExt cx="9154850" cy="5175257"/>
          </a:xfrm>
        </p:grpSpPr>
        <p:grpSp>
          <p:nvGrpSpPr>
            <p:cNvPr id="4665" name="Google Shape;4665;p26"/>
            <p:cNvGrpSpPr/>
            <p:nvPr/>
          </p:nvGrpSpPr>
          <p:grpSpPr>
            <a:xfrm>
              <a:off x="-7150" y="44782"/>
              <a:ext cx="9151200" cy="5130475"/>
              <a:chOff x="-7150" y="16400"/>
              <a:chExt cx="9151200" cy="5130475"/>
            </a:xfrm>
          </p:grpSpPr>
          <p:cxnSp>
            <p:nvCxnSpPr>
              <p:cNvPr id="4666" name="Google Shape;4666;p26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7" name="Google Shape;4667;p26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8" name="Google Shape;4668;p26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9" name="Google Shape;4669;p26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0" name="Google Shape;4670;p26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1" name="Google Shape;4671;p26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2" name="Google Shape;4672;p26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3" name="Google Shape;4673;p26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4" name="Google Shape;4674;p26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5" name="Google Shape;4675;p26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6" name="Google Shape;4676;p26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7" name="Google Shape;4677;p26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8" name="Google Shape;4678;p26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9" name="Google Shape;4679;p26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0" name="Google Shape;4680;p26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1" name="Google Shape;4681;p26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2" name="Google Shape;4682;p26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3" name="Google Shape;4683;p26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4" name="Google Shape;4684;p26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5" name="Google Shape;4685;p26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6" name="Google Shape;4686;p26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7" name="Google Shape;4687;p26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8" name="Google Shape;4688;p26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9" name="Google Shape;4689;p26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0" name="Google Shape;4690;p26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1" name="Google Shape;4691;p26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2" name="Google Shape;4692;p26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3" name="Google Shape;4693;p26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4" name="Google Shape;4694;p26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5" name="Google Shape;4695;p26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6" name="Google Shape;4696;p26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7" name="Google Shape;4697;p26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8" name="Google Shape;4698;p26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9" name="Google Shape;4699;p26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0" name="Google Shape;4700;p26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1" name="Google Shape;4701;p26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2" name="Google Shape;4702;p26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3" name="Google Shape;4703;p26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4" name="Google Shape;4704;p26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5" name="Google Shape;4705;p26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6" name="Google Shape;4706;p26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7" name="Google Shape;4707;p26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8" name="Google Shape;4708;p26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09" name="Google Shape;4709;p26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0" name="Google Shape;4710;p26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1" name="Google Shape;4711;p26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2" name="Google Shape;4712;p26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3" name="Google Shape;4713;p26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4" name="Google Shape;4714;p26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5" name="Google Shape;4715;p26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6" name="Google Shape;4716;p26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7" name="Google Shape;4717;p26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8" name="Google Shape;4718;p26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9" name="Google Shape;4719;p26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0" name="Google Shape;4720;p26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1" name="Google Shape;4721;p26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2" name="Google Shape;4722;p26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3" name="Google Shape;4723;p26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4" name="Google Shape;4724;p26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5" name="Google Shape;4725;p26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6" name="Google Shape;4726;p26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7" name="Google Shape;4727;p26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8" name="Google Shape;4728;p26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9" name="Google Shape;4729;p26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0" name="Google Shape;4730;p26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1" name="Google Shape;4731;p26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2" name="Google Shape;4732;p26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3" name="Google Shape;4733;p26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4" name="Google Shape;4734;p26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5" name="Google Shape;4735;p26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6" name="Google Shape;4736;p26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7" name="Google Shape;4737;p26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8" name="Google Shape;4738;p26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9" name="Google Shape;4739;p26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0" name="Google Shape;4740;p26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1" name="Google Shape;4741;p26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2" name="Google Shape;4742;p26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3" name="Google Shape;4743;p26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4" name="Google Shape;4744;p26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5" name="Google Shape;4745;p26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6" name="Google Shape;4746;p26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7" name="Google Shape;4747;p26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8" name="Google Shape;4748;p26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9" name="Google Shape;4749;p26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0" name="Google Shape;4750;p26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1" name="Google Shape;4751;p26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2" name="Google Shape;4752;p26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3" name="Google Shape;4753;p26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4" name="Google Shape;4754;p26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5" name="Google Shape;4755;p26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6" name="Google Shape;4756;p26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7" name="Google Shape;4757;p26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58" name="Google Shape;4758;p26"/>
            <p:cNvGrpSpPr/>
            <p:nvPr/>
          </p:nvGrpSpPr>
          <p:grpSpPr>
            <a:xfrm>
              <a:off x="-3500" y="12813"/>
              <a:ext cx="9151200" cy="5130475"/>
              <a:chOff x="-7150" y="16400"/>
              <a:chExt cx="9151200" cy="5130475"/>
            </a:xfrm>
          </p:grpSpPr>
          <p:cxnSp>
            <p:nvCxnSpPr>
              <p:cNvPr id="4759" name="Google Shape;4759;p26"/>
              <p:cNvCxnSpPr/>
              <p:nvPr/>
            </p:nvCxnSpPr>
            <p:spPr>
              <a:xfrm>
                <a:off x="-7150" y="164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0" name="Google Shape;4760;p26"/>
              <p:cNvCxnSpPr/>
              <p:nvPr/>
            </p:nvCxnSpPr>
            <p:spPr>
              <a:xfrm>
                <a:off x="-7150" y="727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1" name="Google Shape;4761;p26"/>
              <p:cNvCxnSpPr/>
              <p:nvPr/>
            </p:nvCxnSpPr>
            <p:spPr>
              <a:xfrm>
                <a:off x="-7150" y="1291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2" name="Google Shape;4762;p26"/>
              <p:cNvCxnSpPr/>
              <p:nvPr/>
            </p:nvCxnSpPr>
            <p:spPr>
              <a:xfrm>
                <a:off x="-7150" y="1855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3" name="Google Shape;4763;p26"/>
              <p:cNvCxnSpPr/>
              <p:nvPr/>
            </p:nvCxnSpPr>
            <p:spPr>
              <a:xfrm>
                <a:off x="-7150" y="2419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4" name="Google Shape;4764;p26"/>
              <p:cNvCxnSpPr/>
              <p:nvPr/>
            </p:nvCxnSpPr>
            <p:spPr>
              <a:xfrm>
                <a:off x="-7150" y="2982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5" name="Google Shape;4765;p26"/>
              <p:cNvCxnSpPr/>
              <p:nvPr/>
            </p:nvCxnSpPr>
            <p:spPr>
              <a:xfrm>
                <a:off x="-7150" y="3546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6" name="Google Shape;4766;p26"/>
              <p:cNvCxnSpPr/>
              <p:nvPr/>
            </p:nvCxnSpPr>
            <p:spPr>
              <a:xfrm>
                <a:off x="-7150" y="4110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7" name="Google Shape;4767;p26"/>
              <p:cNvCxnSpPr/>
              <p:nvPr/>
            </p:nvCxnSpPr>
            <p:spPr>
              <a:xfrm>
                <a:off x="-7150" y="4674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8" name="Google Shape;4768;p26"/>
              <p:cNvCxnSpPr/>
              <p:nvPr/>
            </p:nvCxnSpPr>
            <p:spPr>
              <a:xfrm>
                <a:off x="-7150" y="5238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9" name="Google Shape;4769;p26"/>
              <p:cNvCxnSpPr/>
              <p:nvPr/>
            </p:nvCxnSpPr>
            <p:spPr>
              <a:xfrm>
                <a:off x="-7150" y="5801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0" name="Google Shape;4770;p26"/>
              <p:cNvCxnSpPr/>
              <p:nvPr/>
            </p:nvCxnSpPr>
            <p:spPr>
              <a:xfrm>
                <a:off x="-7150" y="6365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1" name="Google Shape;4771;p26"/>
              <p:cNvCxnSpPr/>
              <p:nvPr/>
            </p:nvCxnSpPr>
            <p:spPr>
              <a:xfrm>
                <a:off x="-7150" y="6929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2" name="Google Shape;4772;p26"/>
              <p:cNvCxnSpPr/>
              <p:nvPr/>
            </p:nvCxnSpPr>
            <p:spPr>
              <a:xfrm>
                <a:off x="-7150" y="7493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3" name="Google Shape;4773;p26"/>
              <p:cNvCxnSpPr/>
              <p:nvPr/>
            </p:nvCxnSpPr>
            <p:spPr>
              <a:xfrm>
                <a:off x="-7150" y="8057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4" name="Google Shape;4774;p26"/>
              <p:cNvCxnSpPr/>
              <p:nvPr/>
            </p:nvCxnSpPr>
            <p:spPr>
              <a:xfrm>
                <a:off x="-7150" y="8620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5" name="Google Shape;4775;p26"/>
              <p:cNvCxnSpPr/>
              <p:nvPr/>
            </p:nvCxnSpPr>
            <p:spPr>
              <a:xfrm>
                <a:off x="-7150" y="9184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6" name="Google Shape;4776;p26"/>
              <p:cNvCxnSpPr/>
              <p:nvPr/>
            </p:nvCxnSpPr>
            <p:spPr>
              <a:xfrm>
                <a:off x="-7150" y="9748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7" name="Google Shape;4777;p26"/>
              <p:cNvCxnSpPr/>
              <p:nvPr/>
            </p:nvCxnSpPr>
            <p:spPr>
              <a:xfrm>
                <a:off x="-7150" y="10312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8" name="Google Shape;4778;p26"/>
              <p:cNvCxnSpPr/>
              <p:nvPr/>
            </p:nvCxnSpPr>
            <p:spPr>
              <a:xfrm>
                <a:off x="-7150" y="10875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9" name="Google Shape;4779;p26"/>
              <p:cNvCxnSpPr/>
              <p:nvPr/>
            </p:nvCxnSpPr>
            <p:spPr>
              <a:xfrm>
                <a:off x="-7150" y="11439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0" name="Google Shape;4780;p26"/>
              <p:cNvCxnSpPr/>
              <p:nvPr/>
            </p:nvCxnSpPr>
            <p:spPr>
              <a:xfrm>
                <a:off x="-7150" y="12003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1" name="Google Shape;4781;p26"/>
              <p:cNvCxnSpPr/>
              <p:nvPr/>
            </p:nvCxnSpPr>
            <p:spPr>
              <a:xfrm>
                <a:off x="-7150" y="12567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2" name="Google Shape;4782;p26"/>
              <p:cNvCxnSpPr/>
              <p:nvPr/>
            </p:nvCxnSpPr>
            <p:spPr>
              <a:xfrm>
                <a:off x="-7150" y="13131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3" name="Google Shape;4783;p26"/>
              <p:cNvCxnSpPr/>
              <p:nvPr/>
            </p:nvCxnSpPr>
            <p:spPr>
              <a:xfrm>
                <a:off x="-7150" y="13694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4" name="Google Shape;4784;p26"/>
              <p:cNvCxnSpPr/>
              <p:nvPr/>
            </p:nvCxnSpPr>
            <p:spPr>
              <a:xfrm>
                <a:off x="-7150" y="14258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5" name="Google Shape;4785;p26"/>
              <p:cNvCxnSpPr/>
              <p:nvPr/>
            </p:nvCxnSpPr>
            <p:spPr>
              <a:xfrm>
                <a:off x="-7150" y="14822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6" name="Google Shape;4786;p26"/>
              <p:cNvCxnSpPr/>
              <p:nvPr/>
            </p:nvCxnSpPr>
            <p:spPr>
              <a:xfrm>
                <a:off x="-7150" y="15386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7" name="Google Shape;4787;p26"/>
              <p:cNvCxnSpPr/>
              <p:nvPr/>
            </p:nvCxnSpPr>
            <p:spPr>
              <a:xfrm>
                <a:off x="-7150" y="15950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8" name="Google Shape;4788;p26"/>
              <p:cNvCxnSpPr/>
              <p:nvPr/>
            </p:nvCxnSpPr>
            <p:spPr>
              <a:xfrm>
                <a:off x="-7150" y="16513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9" name="Google Shape;4789;p26"/>
              <p:cNvCxnSpPr/>
              <p:nvPr/>
            </p:nvCxnSpPr>
            <p:spPr>
              <a:xfrm>
                <a:off x="-7150" y="17077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0" name="Google Shape;4790;p26"/>
              <p:cNvCxnSpPr/>
              <p:nvPr/>
            </p:nvCxnSpPr>
            <p:spPr>
              <a:xfrm>
                <a:off x="-7150" y="17641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1" name="Google Shape;4791;p26"/>
              <p:cNvCxnSpPr/>
              <p:nvPr/>
            </p:nvCxnSpPr>
            <p:spPr>
              <a:xfrm>
                <a:off x="-7150" y="18205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2" name="Google Shape;4792;p26"/>
              <p:cNvCxnSpPr/>
              <p:nvPr/>
            </p:nvCxnSpPr>
            <p:spPr>
              <a:xfrm>
                <a:off x="-7150" y="18769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3" name="Google Shape;4793;p26"/>
              <p:cNvCxnSpPr/>
              <p:nvPr/>
            </p:nvCxnSpPr>
            <p:spPr>
              <a:xfrm>
                <a:off x="-7150" y="19332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4" name="Google Shape;4794;p26"/>
              <p:cNvCxnSpPr/>
              <p:nvPr/>
            </p:nvCxnSpPr>
            <p:spPr>
              <a:xfrm>
                <a:off x="-7150" y="19896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5" name="Google Shape;4795;p26"/>
              <p:cNvCxnSpPr/>
              <p:nvPr/>
            </p:nvCxnSpPr>
            <p:spPr>
              <a:xfrm>
                <a:off x="-7150" y="20460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6" name="Google Shape;4796;p26"/>
              <p:cNvCxnSpPr/>
              <p:nvPr/>
            </p:nvCxnSpPr>
            <p:spPr>
              <a:xfrm>
                <a:off x="-7150" y="21024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7" name="Google Shape;4797;p26"/>
              <p:cNvCxnSpPr/>
              <p:nvPr/>
            </p:nvCxnSpPr>
            <p:spPr>
              <a:xfrm>
                <a:off x="-7150" y="21587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8" name="Google Shape;4798;p26"/>
              <p:cNvCxnSpPr/>
              <p:nvPr/>
            </p:nvCxnSpPr>
            <p:spPr>
              <a:xfrm>
                <a:off x="-7150" y="22151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9" name="Google Shape;4799;p26"/>
              <p:cNvCxnSpPr/>
              <p:nvPr/>
            </p:nvCxnSpPr>
            <p:spPr>
              <a:xfrm>
                <a:off x="-7150" y="227155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0" name="Google Shape;4800;p26"/>
              <p:cNvCxnSpPr/>
              <p:nvPr/>
            </p:nvCxnSpPr>
            <p:spPr>
              <a:xfrm>
                <a:off x="-7150" y="232793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1" name="Google Shape;4801;p26"/>
              <p:cNvCxnSpPr/>
              <p:nvPr/>
            </p:nvCxnSpPr>
            <p:spPr>
              <a:xfrm>
                <a:off x="-7150" y="238431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2" name="Google Shape;4802;p26"/>
              <p:cNvCxnSpPr/>
              <p:nvPr/>
            </p:nvCxnSpPr>
            <p:spPr>
              <a:xfrm>
                <a:off x="-7150" y="244069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3" name="Google Shape;4803;p26"/>
              <p:cNvCxnSpPr/>
              <p:nvPr/>
            </p:nvCxnSpPr>
            <p:spPr>
              <a:xfrm>
                <a:off x="-7150" y="249706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4" name="Google Shape;4804;p26"/>
              <p:cNvCxnSpPr/>
              <p:nvPr/>
            </p:nvCxnSpPr>
            <p:spPr>
              <a:xfrm>
                <a:off x="-7150" y="255344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5" name="Google Shape;4805;p26"/>
              <p:cNvCxnSpPr/>
              <p:nvPr/>
            </p:nvCxnSpPr>
            <p:spPr>
              <a:xfrm>
                <a:off x="-7150" y="260982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6" name="Google Shape;4806;p26"/>
              <p:cNvCxnSpPr/>
              <p:nvPr/>
            </p:nvCxnSpPr>
            <p:spPr>
              <a:xfrm>
                <a:off x="-7150" y="266620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7" name="Google Shape;4807;p26"/>
              <p:cNvCxnSpPr/>
              <p:nvPr/>
            </p:nvCxnSpPr>
            <p:spPr>
              <a:xfrm>
                <a:off x="-7150" y="272258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8" name="Google Shape;4808;p26"/>
              <p:cNvCxnSpPr/>
              <p:nvPr/>
            </p:nvCxnSpPr>
            <p:spPr>
              <a:xfrm>
                <a:off x="-7150" y="277896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9" name="Google Shape;4809;p26"/>
              <p:cNvCxnSpPr/>
              <p:nvPr/>
            </p:nvCxnSpPr>
            <p:spPr>
              <a:xfrm>
                <a:off x="-7150" y="283534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0" name="Google Shape;4810;p26"/>
              <p:cNvCxnSpPr/>
              <p:nvPr/>
            </p:nvCxnSpPr>
            <p:spPr>
              <a:xfrm>
                <a:off x="-7150" y="289172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1" name="Google Shape;4811;p26"/>
              <p:cNvCxnSpPr/>
              <p:nvPr/>
            </p:nvCxnSpPr>
            <p:spPr>
              <a:xfrm>
                <a:off x="-7150" y="294810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2" name="Google Shape;4812;p26"/>
              <p:cNvCxnSpPr/>
              <p:nvPr/>
            </p:nvCxnSpPr>
            <p:spPr>
              <a:xfrm>
                <a:off x="-7150" y="300447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3" name="Google Shape;4813;p26"/>
              <p:cNvCxnSpPr/>
              <p:nvPr/>
            </p:nvCxnSpPr>
            <p:spPr>
              <a:xfrm>
                <a:off x="-7150" y="306085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4" name="Google Shape;4814;p26"/>
              <p:cNvCxnSpPr/>
              <p:nvPr/>
            </p:nvCxnSpPr>
            <p:spPr>
              <a:xfrm>
                <a:off x="-7150" y="311723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5" name="Google Shape;4815;p26"/>
              <p:cNvCxnSpPr/>
              <p:nvPr/>
            </p:nvCxnSpPr>
            <p:spPr>
              <a:xfrm>
                <a:off x="-7150" y="317361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6" name="Google Shape;4816;p26"/>
              <p:cNvCxnSpPr/>
              <p:nvPr/>
            </p:nvCxnSpPr>
            <p:spPr>
              <a:xfrm>
                <a:off x="-7150" y="322999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7" name="Google Shape;4817;p26"/>
              <p:cNvCxnSpPr/>
              <p:nvPr/>
            </p:nvCxnSpPr>
            <p:spPr>
              <a:xfrm>
                <a:off x="-7150" y="328637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8" name="Google Shape;4818;p26"/>
              <p:cNvCxnSpPr/>
              <p:nvPr/>
            </p:nvCxnSpPr>
            <p:spPr>
              <a:xfrm>
                <a:off x="-7150" y="334275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9" name="Google Shape;4819;p26"/>
              <p:cNvCxnSpPr/>
              <p:nvPr/>
            </p:nvCxnSpPr>
            <p:spPr>
              <a:xfrm>
                <a:off x="-7150" y="339913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0" name="Google Shape;4820;p26"/>
              <p:cNvCxnSpPr/>
              <p:nvPr/>
            </p:nvCxnSpPr>
            <p:spPr>
              <a:xfrm>
                <a:off x="-7150" y="345551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1" name="Google Shape;4821;p26"/>
              <p:cNvCxnSpPr/>
              <p:nvPr/>
            </p:nvCxnSpPr>
            <p:spPr>
              <a:xfrm>
                <a:off x="-7150" y="351188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2" name="Google Shape;4822;p26"/>
              <p:cNvCxnSpPr/>
              <p:nvPr/>
            </p:nvCxnSpPr>
            <p:spPr>
              <a:xfrm>
                <a:off x="-7150" y="356826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3" name="Google Shape;4823;p26"/>
              <p:cNvCxnSpPr/>
              <p:nvPr/>
            </p:nvCxnSpPr>
            <p:spPr>
              <a:xfrm>
                <a:off x="-7150" y="362464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4" name="Google Shape;4824;p26"/>
              <p:cNvCxnSpPr/>
              <p:nvPr/>
            </p:nvCxnSpPr>
            <p:spPr>
              <a:xfrm>
                <a:off x="-7150" y="368102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5" name="Google Shape;4825;p26"/>
              <p:cNvCxnSpPr/>
              <p:nvPr/>
            </p:nvCxnSpPr>
            <p:spPr>
              <a:xfrm>
                <a:off x="-7150" y="373740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6" name="Google Shape;4826;p26"/>
              <p:cNvCxnSpPr/>
              <p:nvPr/>
            </p:nvCxnSpPr>
            <p:spPr>
              <a:xfrm>
                <a:off x="-7150" y="379378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7" name="Google Shape;4827;p26"/>
              <p:cNvCxnSpPr/>
              <p:nvPr/>
            </p:nvCxnSpPr>
            <p:spPr>
              <a:xfrm>
                <a:off x="-7150" y="385016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8" name="Google Shape;4828;p26"/>
              <p:cNvCxnSpPr/>
              <p:nvPr/>
            </p:nvCxnSpPr>
            <p:spPr>
              <a:xfrm>
                <a:off x="-7150" y="390654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9" name="Google Shape;4829;p26"/>
              <p:cNvCxnSpPr/>
              <p:nvPr/>
            </p:nvCxnSpPr>
            <p:spPr>
              <a:xfrm>
                <a:off x="-7150" y="396291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0" name="Google Shape;4830;p26"/>
              <p:cNvCxnSpPr/>
              <p:nvPr/>
            </p:nvCxnSpPr>
            <p:spPr>
              <a:xfrm>
                <a:off x="-7150" y="401929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1" name="Google Shape;4831;p26"/>
              <p:cNvCxnSpPr/>
              <p:nvPr/>
            </p:nvCxnSpPr>
            <p:spPr>
              <a:xfrm>
                <a:off x="-7150" y="407567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2" name="Google Shape;4832;p26"/>
              <p:cNvCxnSpPr/>
              <p:nvPr/>
            </p:nvCxnSpPr>
            <p:spPr>
              <a:xfrm>
                <a:off x="-7150" y="413205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3" name="Google Shape;4833;p26"/>
              <p:cNvCxnSpPr/>
              <p:nvPr/>
            </p:nvCxnSpPr>
            <p:spPr>
              <a:xfrm>
                <a:off x="-7150" y="418843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4" name="Google Shape;4834;p26"/>
              <p:cNvCxnSpPr/>
              <p:nvPr/>
            </p:nvCxnSpPr>
            <p:spPr>
              <a:xfrm>
                <a:off x="-7150" y="424481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5" name="Google Shape;4835;p26"/>
              <p:cNvCxnSpPr/>
              <p:nvPr/>
            </p:nvCxnSpPr>
            <p:spPr>
              <a:xfrm>
                <a:off x="-7150" y="430119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6" name="Google Shape;4836;p26"/>
              <p:cNvCxnSpPr/>
              <p:nvPr/>
            </p:nvCxnSpPr>
            <p:spPr>
              <a:xfrm>
                <a:off x="-7150" y="435757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7" name="Google Shape;4837;p26"/>
              <p:cNvCxnSpPr/>
              <p:nvPr/>
            </p:nvCxnSpPr>
            <p:spPr>
              <a:xfrm>
                <a:off x="-7150" y="441395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8" name="Google Shape;4838;p26"/>
              <p:cNvCxnSpPr/>
              <p:nvPr/>
            </p:nvCxnSpPr>
            <p:spPr>
              <a:xfrm>
                <a:off x="-7150" y="4470329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9" name="Google Shape;4839;p26"/>
              <p:cNvCxnSpPr/>
              <p:nvPr/>
            </p:nvCxnSpPr>
            <p:spPr>
              <a:xfrm>
                <a:off x="-7150" y="452670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0" name="Google Shape;4840;p26"/>
              <p:cNvCxnSpPr/>
              <p:nvPr/>
            </p:nvCxnSpPr>
            <p:spPr>
              <a:xfrm>
                <a:off x="-7150" y="458308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1" name="Google Shape;4841;p26"/>
              <p:cNvCxnSpPr/>
              <p:nvPr/>
            </p:nvCxnSpPr>
            <p:spPr>
              <a:xfrm>
                <a:off x="-7150" y="463946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2" name="Google Shape;4842;p26"/>
              <p:cNvCxnSpPr/>
              <p:nvPr/>
            </p:nvCxnSpPr>
            <p:spPr>
              <a:xfrm>
                <a:off x="-7150" y="4695844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3" name="Google Shape;4843;p26"/>
              <p:cNvCxnSpPr/>
              <p:nvPr/>
            </p:nvCxnSpPr>
            <p:spPr>
              <a:xfrm>
                <a:off x="-7150" y="4752223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4" name="Google Shape;4844;p26"/>
              <p:cNvCxnSpPr/>
              <p:nvPr/>
            </p:nvCxnSpPr>
            <p:spPr>
              <a:xfrm>
                <a:off x="-7150" y="4808602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5" name="Google Shape;4845;p26"/>
              <p:cNvCxnSpPr/>
              <p:nvPr/>
            </p:nvCxnSpPr>
            <p:spPr>
              <a:xfrm>
                <a:off x="-7150" y="4864981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6" name="Google Shape;4846;p26"/>
              <p:cNvCxnSpPr/>
              <p:nvPr/>
            </p:nvCxnSpPr>
            <p:spPr>
              <a:xfrm>
                <a:off x="-7150" y="4921360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7" name="Google Shape;4847;p26"/>
              <p:cNvCxnSpPr/>
              <p:nvPr/>
            </p:nvCxnSpPr>
            <p:spPr>
              <a:xfrm>
                <a:off x="-7150" y="4977738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8" name="Google Shape;4848;p26"/>
              <p:cNvCxnSpPr/>
              <p:nvPr/>
            </p:nvCxnSpPr>
            <p:spPr>
              <a:xfrm>
                <a:off x="-7150" y="5034117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9" name="Google Shape;4849;p26"/>
              <p:cNvCxnSpPr/>
              <p:nvPr/>
            </p:nvCxnSpPr>
            <p:spPr>
              <a:xfrm>
                <a:off x="-7150" y="5090496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0" name="Google Shape;4850;p26"/>
              <p:cNvCxnSpPr/>
              <p:nvPr/>
            </p:nvCxnSpPr>
            <p:spPr>
              <a:xfrm>
                <a:off x="-7150" y="5146875"/>
                <a:ext cx="9151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851" name="Google Shape;4851;p26"/>
            <p:cNvSpPr/>
            <p:nvPr/>
          </p:nvSpPr>
          <p:spPr>
            <a:xfrm>
              <a:off x="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26"/>
            <p:cNvSpPr/>
            <p:nvPr/>
          </p:nvSpPr>
          <p:spPr>
            <a:xfrm>
              <a:off x="8980800" y="0"/>
              <a:ext cx="163200" cy="5156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26"/>
            <p:cNvSpPr/>
            <p:nvPr/>
          </p:nvSpPr>
          <p:spPr>
            <a:xfrm rot="5400000">
              <a:off x="4490500" y="515125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26"/>
            <p:cNvSpPr/>
            <p:nvPr/>
          </p:nvSpPr>
          <p:spPr>
            <a:xfrm rot="5400000">
              <a:off x="4490500" y="-4490400"/>
              <a:ext cx="163200" cy="914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5" name="Google Shape;4855;p26"/>
          <p:cNvSpPr/>
          <p:nvPr/>
        </p:nvSpPr>
        <p:spPr>
          <a:xfrm rot="-5400000">
            <a:off x="4034963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6" name="Google Shape;4856;p26"/>
          <p:cNvSpPr/>
          <p:nvPr/>
        </p:nvSpPr>
        <p:spPr>
          <a:xfrm rot="-5400000">
            <a:off x="4382475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7" name="Google Shape;4857;p26"/>
          <p:cNvSpPr/>
          <p:nvPr/>
        </p:nvSpPr>
        <p:spPr>
          <a:xfrm rot="-5400000">
            <a:off x="4729988" y="284738"/>
            <a:ext cx="422700" cy="423000"/>
          </a:xfrm>
          <a:prstGeom prst="ellipse">
            <a:avLst/>
          </a:prstGeom>
          <a:gradFill>
            <a:gsLst>
              <a:gs pos="0">
                <a:schemeClr val="accent4"/>
              </a:gs>
              <a:gs pos="15000">
                <a:schemeClr val="accent4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8" name="Google Shape;4858;p26"/>
          <p:cNvSpPr/>
          <p:nvPr/>
        </p:nvSpPr>
        <p:spPr>
          <a:xfrm>
            <a:off x="676097" y="532076"/>
            <a:ext cx="7791806" cy="6152007"/>
          </a:xfrm>
          <a:custGeom>
            <a:rect b="b" l="l" r="r" t="t"/>
            <a:pathLst>
              <a:path extrusionOk="0" h="60087" w="76103">
                <a:moveTo>
                  <a:pt x="38068" y="1"/>
                </a:moveTo>
                <a:cubicBezTo>
                  <a:pt x="15723" y="1"/>
                  <a:pt x="1827" y="1338"/>
                  <a:pt x="1827" y="1338"/>
                </a:cubicBezTo>
                <a:cubicBezTo>
                  <a:pt x="816" y="1338"/>
                  <a:pt x="1" y="2153"/>
                  <a:pt x="1" y="3165"/>
                </a:cubicBezTo>
                <a:lnTo>
                  <a:pt x="1" y="58260"/>
                </a:lnTo>
                <a:cubicBezTo>
                  <a:pt x="1" y="59271"/>
                  <a:pt x="816" y="60086"/>
                  <a:pt x="1827" y="60086"/>
                </a:cubicBezTo>
                <a:lnTo>
                  <a:pt x="74276" y="60086"/>
                </a:lnTo>
                <a:cubicBezTo>
                  <a:pt x="75287" y="60086"/>
                  <a:pt x="76103" y="59271"/>
                  <a:pt x="76103" y="58260"/>
                </a:cubicBezTo>
                <a:lnTo>
                  <a:pt x="76103" y="3165"/>
                </a:lnTo>
                <a:cubicBezTo>
                  <a:pt x="76103" y="2153"/>
                  <a:pt x="75287" y="1338"/>
                  <a:pt x="74309" y="1338"/>
                </a:cubicBezTo>
                <a:cubicBezTo>
                  <a:pt x="74309" y="1338"/>
                  <a:pt x="60380" y="1"/>
                  <a:pt x="38068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5400012" scaled="0"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1333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9" name="Google Shape;4859;p26"/>
          <p:cNvSpPr/>
          <p:nvPr/>
        </p:nvSpPr>
        <p:spPr>
          <a:xfrm>
            <a:off x="180183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0" name="Google Shape;4860;p26"/>
          <p:cNvSpPr/>
          <p:nvPr/>
        </p:nvSpPr>
        <p:spPr>
          <a:xfrm>
            <a:off x="7279888" y="597409"/>
            <a:ext cx="58800" cy="451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urret Road"/>
              <a:buNone/>
              <a:defRPr b="1" sz="34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1100" y="1152475"/>
            <a:ext cx="7901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●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○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■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●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○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■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●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○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 Medium"/>
              <a:buChar char="■"/>
              <a:defRPr sz="15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JqHZZbGuEF0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hyperlink" Target="https://www.linkedin.com/posts/gabriela-esteves-36b7511a4_muito-feliz-em-compartilhar-o-resultado-do-activity-7444430518659489792-Bczt?utm_source=share&amp;utm_medium=member_desktop&amp;rcm=ACoAADJr0uABdHI3vrni0kLiGpPjTkL5HlEPaiQ" TargetMode="External"/><Relationship Id="rId5" Type="http://schemas.openxmlformats.org/officeDocument/2006/relationships/hyperlink" Target="https://youtu.be/JqHZZbGuEF0?si=qBj1m7KsTu41qIPB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4" name="Shape 4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5" name="Google Shape;4865;p27"/>
          <p:cNvSpPr/>
          <p:nvPr/>
        </p:nvSpPr>
        <p:spPr>
          <a:xfrm>
            <a:off x="1472601" y="1137285"/>
            <a:ext cx="6198797" cy="2868930"/>
          </a:xfrm>
          <a:custGeom>
            <a:rect b="b" l="l" r="r" t="t"/>
            <a:pathLst>
              <a:path extrusionOk="0" h="28021" w="60544">
                <a:moveTo>
                  <a:pt x="1828" y="0"/>
                </a:moveTo>
                <a:cubicBezTo>
                  <a:pt x="816" y="0"/>
                  <a:pt x="1" y="816"/>
                  <a:pt x="1" y="1860"/>
                </a:cubicBezTo>
                <a:lnTo>
                  <a:pt x="1" y="26194"/>
                </a:lnTo>
                <a:cubicBezTo>
                  <a:pt x="1" y="27205"/>
                  <a:pt x="816" y="28021"/>
                  <a:pt x="1828" y="28021"/>
                </a:cubicBezTo>
                <a:lnTo>
                  <a:pt x="58684" y="28021"/>
                </a:lnTo>
                <a:cubicBezTo>
                  <a:pt x="59695" y="28021"/>
                  <a:pt x="60543" y="27205"/>
                  <a:pt x="60543" y="26194"/>
                </a:cubicBezTo>
                <a:lnTo>
                  <a:pt x="60543" y="1860"/>
                </a:lnTo>
                <a:cubicBezTo>
                  <a:pt x="60543" y="816"/>
                  <a:pt x="59695" y="0"/>
                  <a:pt x="58684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18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6" name="Google Shape;4866;p27"/>
          <p:cNvSpPr/>
          <p:nvPr/>
        </p:nvSpPr>
        <p:spPr>
          <a:xfrm>
            <a:off x="2470200" y="3766602"/>
            <a:ext cx="4203600" cy="456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402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7" name="Google Shape;4867;p27"/>
          <p:cNvSpPr txBox="1"/>
          <p:nvPr>
            <p:ph type="ctrTitle"/>
          </p:nvPr>
        </p:nvSpPr>
        <p:spPr>
          <a:xfrm>
            <a:off x="1773150" y="1185750"/>
            <a:ext cx="5597700" cy="26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Grupo</a:t>
            </a:r>
            <a:endParaRPr sz="5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6 contra 1</a:t>
            </a:r>
            <a:endParaRPr sz="5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/>
          </a:p>
        </p:txBody>
      </p:sp>
      <p:sp>
        <p:nvSpPr>
          <p:cNvPr id="4868" name="Google Shape;4868;p27"/>
          <p:cNvSpPr txBox="1"/>
          <p:nvPr>
            <p:ph idx="1" type="subTitle"/>
          </p:nvPr>
        </p:nvSpPr>
        <p:spPr>
          <a:xfrm>
            <a:off x="2134325" y="3712815"/>
            <a:ext cx="48753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Assistant"/>
                <a:ea typeface="Assistant"/>
                <a:cs typeface="Assistant"/>
                <a:sym typeface="Assistant"/>
              </a:rPr>
              <a:t>Manivela</a:t>
            </a:r>
            <a:endParaRPr b="1" sz="2200"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2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3" name="Google Shape;4873;p28"/>
          <p:cNvSpPr/>
          <p:nvPr/>
        </p:nvSpPr>
        <p:spPr>
          <a:xfrm>
            <a:off x="720000" y="1368100"/>
            <a:ext cx="7704000" cy="2738100"/>
          </a:xfrm>
          <a:prstGeom prst="roundRect">
            <a:avLst>
              <a:gd fmla="val 10161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4" name="Google Shape;4874;p28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Integrantes - 6 contra 1</a:t>
            </a:r>
            <a:endParaRPr/>
          </a:p>
        </p:txBody>
      </p:sp>
      <p:graphicFrame>
        <p:nvGraphicFramePr>
          <p:cNvPr id="4875" name="Google Shape;4875;p28"/>
          <p:cNvGraphicFramePr/>
          <p:nvPr/>
        </p:nvGraphicFramePr>
        <p:xfrm>
          <a:off x="719950" y="160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{2A892BA1-D4C1-4544-9CDE-01CBF7CA1B92}</a:tableStyleId>
              </a:tblPr>
              <a:tblGrid>
                <a:gridCol w="2891900"/>
                <a:gridCol w="4812100"/>
              </a:tblGrid>
              <a:tr h="40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urret Road ExtraBold"/>
                          <a:ea typeface="Turret Road ExtraBold"/>
                          <a:cs typeface="Turret Road ExtraBold"/>
                          <a:sym typeface="Turret Road ExtraBold"/>
                        </a:rPr>
                        <a:t>NOME</a:t>
                      </a:r>
                      <a:endParaRPr sz="1500">
                        <a:solidFill>
                          <a:schemeClr val="lt1"/>
                        </a:solidFill>
                        <a:latin typeface="Turret Road ExtraBold"/>
                        <a:ea typeface="Turret Road ExtraBold"/>
                        <a:cs typeface="Turret Road ExtraBold"/>
                        <a:sym typeface="Turret Roa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RA</a:t>
                      </a:r>
                      <a:endParaRPr sz="1500">
                        <a:solidFill>
                          <a:schemeClr val="lt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urret Road"/>
                          <a:ea typeface="Turret Road"/>
                          <a:cs typeface="Turret Road"/>
                          <a:sym typeface="Turret Road"/>
                        </a:rPr>
                        <a:t>MURILO BENTO BUTINHÃO</a:t>
                      </a:r>
                      <a:endParaRPr sz="1000">
                        <a:solidFill>
                          <a:schemeClr val="lt1"/>
                        </a:solidFill>
                        <a:latin typeface="Turret Road"/>
                        <a:ea typeface="Turret Road"/>
                        <a:cs typeface="Turret Road"/>
                        <a:sym typeface="Turret Roa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2300480</a:t>
                      </a:r>
                      <a:endParaRPr sz="1000">
                        <a:solidFill>
                          <a:schemeClr val="lt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urret Road"/>
                          <a:ea typeface="Turret Road"/>
                          <a:cs typeface="Turret Road"/>
                          <a:sym typeface="Turret Road"/>
                        </a:rPr>
                        <a:t>LUAN BAPTISTA JUVÊNCIO</a:t>
                      </a:r>
                      <a:endParaRPr sz="1000">
                        <a:solidFill>
                          <a:schemeClr val="lt1"/>
                        </a:solidFill>
                        <a:latin typeface="Turret Road"/>
                        <a:ea typeface="Turret Road"/>
                        <a:cs typeface="Turret Road"/>
                        <a:sym typeface="Turret Roa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2301446</a:t>
                      </a:r>
                      <a:endParaRPr sz="1000">
                        <a:solidFill>
                          <a:schemeClr val="lt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urret Road"/>
                          <a:ea typeface="Turret Road"/>
                          <a:cs typeface="Turret Road"/>
                          <a:sym typeface="Turret Road"/>
                        </a:rPr>
                        <a:t>VINÍCIUS TASCA</a:t>
                      </a:r>
                      <a:endParaRPr sz="1000">
                        <a:solidFill>
                          <a:schemeClr val="lt1"/>
                        </a:solidFill>
                        <a:latin typeface="Turret Road"/>
                        <a:ea typeface="Turret Road"/>
                        <a:cs typeface="Turret Road"/>
                        <a:sym typeface="Turret Roa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2300414</a:t>
                      </a:r>
                      <a:endParaRPr sz="1000">
                        <a:solidFill>
                          <a:schemeClr val="lt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urret Road"/>
                          <a:ea typeface="Turret Road"/>
                          <a:cs typeface="Turret Road"/>
                          <a:sym typeface="Turret Road"/>
                        </a:rPr>
                        <a:t>LEONARDO CORREA</a:t>
                      </a:r>
                      <a:endParaRPr sz="1000">
                        <a:solidFill>
                          <a:schemeClr val="lt1"/>
                        </a:solidFill>
                        <a:latin typeface="Turret Road"/>
                        <a:ea typeface="Turret Road"/>
                        <a:cs typeface="Turret Road"/>
                        <a:sym typeface="Turret Roa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2301172</a:t>
                      </a:r>
                      <a:endParaRPr sz="1000">
                        <a:solidFill>
                          <a:schemeClr val="lt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urret Road"/>
                          <a:ea typeface="Turret Road"/>
                          <a:cs typeface="Turret Road"/>
                          <a:sym typeface="Turret Road"/>
                        </a:rPr>
                        <a:t>GABRIELA ESTEVES</a:t>
                      </a:r>
                      <a:endParaRPr sz="1000">
                        <a:solidFill>
                          <a:schemeClr val="lt1"/>
                        </a:solidFill>
                        <a:latin typeface="Turret Road"/>
                        <a:ea typeface="Turret Road"/>
                        <a:cs typeface="Turret Road"/>
                        <a:sym typeface="Turret Roa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ssistant Medium"/>
                          <a:ea typeface="Assistant Medium"/>
                          <a:cs typeface="Assistant Medium"/>
                          <a:sym typeface="Assistant Medium"/>
                        </a:rPr>
                        <a:t>2300298</a:t>
                      </a:r>
                      <a:endParaRPr sz="1000">
                        <a:solidFill>
                          <a:schemeClr val="lt1"/>
                        </a:solidFill>
                        <a:latin typeface="Assistant Medium"/>
                        <a:ea typeface="Assistant Medium"/>
                        <a:cs typeface="Assistant Medium"/>
                        <a:sym typeface="Assistan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79" name="Shape 4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0" name="Google Shape;4880;p29"/>
          <p:cNvSpPr txBox="1"/>
          <p:nvPr>
            <p:ph idx="1" type="body"/>
          </p:nvPr>
        </p:nvSpPr>
        <p:spPr>
          <a:xfrm>
            <a:off x="621100" y="3973499"/>
            <a:ext cx="7902000" cy="6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Integrantes e o Manivela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4" name="Shape 4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5" name="Google Shape;4885;p30"/>
          <p:cNvSpPr txBox="1"/>
          <p:nvPr>
            <p:ph type="title"/>
          </p:nvPr>
        </p:nvSpPr>
        <p:spPr>
          <a:xfrm>
            <a:off x="2190900" y="1298563"/>
            <a:ext cx="4762200" cy="79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</a:t>
            </a:r>
            <a:endParaRPr/>
          </a:p>
        </p:txBody>
      </p:sp>
      <p:sp>
        <p:nvSpPr>
          <p:cNvPr id="4886" name="Google Shape;4886;p30"/>
          <p:cNvSpPr txBox="1"/>
          <p:nvPr>
            <p:ph idx="1" type="subTitle"/>
          </p:nvPr>
        </p:nvSpPr>
        <p:spPr>
          <a:xfrm>
            <a:off x="2190925" y="2205425"/>
            <a:ext cx="4762200" cy="162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Desenvolver um protótipo utilizando o Kit </a:t>
            </a:r>
            <a:r>
              <a:rPr lang="en" sz="2000"/>
              <a:t>LEGO Mindstorms EV3 e programá-lo na linguagem Python, utilizando os conhecimentos adquiridos na disciplina de robótica.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0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Google Shape;4891;p31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4892" name="Google Shape;4892;p31"/>
          <p:cNvSpPr txBox="1"/>
          <p:nvPr>
            <p:ph idx="1" type="subTitle"/>
          </p:nvPr>
        </p:nvSpPr>
        <p:spPr>
          <a:xfrm>
            <a:off x="727050" y="1357350"/>
            <a:ext cx="3534300" cy="275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Manivela foi pensado para gerar entretenimento e divertir as pessoas. Já em seu nome a ideia foi referenciar o personagem icônico e divertido do filme Robôs (2005).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 da inspiração, a parte cômica não vem das expressões ou atitudes aleatórias. Mas sim de sua dança divertida e muito engraçada.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3" name="Google Shape;4893;p31"/>
          <p:cNvGrpSpPr/>
          <p:nvPr/>
        </p:nvGrpSpPr>
        <p:grpSpPr>
          <a:xfrm>
            <a:off x="4597500" y="1357338"/>
            <a:ext cx="3324000" cy="2759638"/>
            <a:chOff x="4597500" y="1191938"/>
            <a:chExt cx="3324000" cy="2759638"/>
          </a:xfrm>
        </p:grpSpPr>
        <p:sp>
          <p:nvSpPr>
            <p:cNvPr id="4894" name="Google Shape;4894;p31"/>
            <p:cNvSpPr/>
            <p:nvPr/>
          </p:nvSpPr>
          <p:spPr>
            <a:xfrm>
              <a:off x="4597500" y="1191938"/>
              <a:ext cx="3324000" cy="2267700"/>
            </a:xfrm>
            <a:prstGeom prst="roundRect">
              <a:avLst>
                <a:gd fmla="val 4234" name="adj"/>
              </a:avLst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3000000" dist="95250">
                <a:srgbClr val="00000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31"/>
            <p:cNvSpPr/>
            <p:nvPr/>
          </p:nvSpPr>
          <p:spPr>
            <a:xfrm>
              <a:off x="5962825" y="3459650"/>
              <a:ext cx="593100" cy="417300"/>
            </a:xfrm>
            <a:prstGeom prst="roundRect">
              <a:avLst>
                <a:gd fmla="val 4234" name="adj"/>
              </a:avLst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3000000" dist="95250">
                <a:srgbClr val="00000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31"/>
            <p:cNvSpPr/>
            <p:nvPr/>
          </p:nvSpPr>
          <p:spPr>
            <a:xfrm>
              <a:off x="5413875" y="3833075"/>
              <a:ext cx="1691100" cy="118500"/>
            </a:xfrm>
            <a:prstGeom prst="roundRect">
              <a:avLst>
                <a:gd fmla="val 28848" name="adj"/>
              </a:avLst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3000000" dist="95250">
                <a:srgbClr val="000000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897" name="Google Shape;4897;p31" title="ROBOS.jpg"/>
          <p:cNvPicPr preferRelativeResize="0"/>
          <p:nvPr/>
        </p:nvPicPr>
        <p:blipFill rotWithShape="1">
          <a:blip r:embed="rId3">
            <a:alphaModFix/>
          </a:blip>
          <a:srcRect b="0" l="2884" r="2884" t="0"/>
          <a:stretch/>
        </p:blipFill>
        <p:spPr>
          <a:xfrm>
            <a:off x="4716899" y="1509439"/>
            <a:ext cx="3085200" cy="1841700"/>
          </a:xfrm>
          <a:prstGeom prst="roundRect">
            <a:avLst>
              <a:gd fmla="val 588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2" name="Google Shape;4902;p32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</a:t>
            </a:r>
            <a:endParaRPr/>
          </a:p>
        </p:txBody>
      </p:sp>
      <p:sp>
        <p:nvSpPr>
          <p:cNvPr id="4903" name="Google Shape;4903;p32"/>
          <p:cNvSpPr txBox="1"/>
          <p:nvPr/>
        </p:nvSpPr>
        <p:spPr>
          <a:xfrm>
            <a:off x="4685150" y="1141925"/>
            <a:ext cx="3833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Dança por cerca de 25 segundos, além de tocar uma música. 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904" name="Google Shape;4904;p32"/>
          <p:cNvSpPr txBox="1"/>
          <p:nvPr/>
        </p:nvSpPr>
        <p:spPr>
          <a:xfrm>
            <a:off x="4685150" y="2069675"/>
            <a:ext cx="3833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Montagem do robô, adaptação a nova biblioteca e acerto dos parâmetros que formam a dança.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905" name="Google Shape;4905;p32"/>
          <p:cNvSpPr txBox="1"/>
          <p:nvPr/>
        </p:nvSpPr>
        <p:spPr>
          <a:xfrm>
            <a:off x="4685150" y="2997425"/>
            <a:ext cx="38331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Noções de robótica, prática com o kit LEGO Mindstorms EV3, trabalho em grupo e resolução de problemas.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906" name="Google Shape;4906;p32"/>
          <p:cNvSpPr txBox="1"/>
          <p:nvPr/>
        </p:nvSpPr>
        <p:spPr>
          <a:xfrm>
            <a:off x="4685150" y="3926675"/>
            <a:ext cx="38331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Chegamos ao objetivo de fazer o Manivela dançar e tocar música.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907" name="Google Shape;4907;p32"/>
          <p:cNvSpPr txBox="1"/>
          <p:nvPr/>
        </p:nvSpPr>
        <p:spPr>
          <a:xfrm>
            <a:off x="2746375" y="1141925"/>
            <a:ext cx="1938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rPr>
              <a:t>FUNCIONALIDADES</a:t>
            </a:r>
            <a:endParaRPr b="1" sz="1500">
              <a:solidFill>
                <a:schemeClr val="dk1"/>
              </a:solidFill>
              <a:latin typeface="Turret Road"/>
              <a:ea typeface="Turret Road"/>
              <a:cs typeface="Turret Road"/>
              <a:sym typeface="Turret Road"/>
            </a:endParaRPr>
          </a:p>
        </p:txBody>
      </p:sp>
      <p:sp>
        <p:nvSpPr>
          <p:cNvPr id="4908" name="Google Shape;4908;p32"/>
          <p:cNvSpPr txBox="1"/>
          <p:nvPr/>
        </p:nvSpPr>
        <p:spPr>
          <a:xfrm>
            <a:off x="2746375" y="2069674"/>
            <a:ext cx="1938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rPr>
              <a:t>PROBLEMAS E DESAFIOS</a:t>
            </a:r>
            <a:endParaRPr b="1" sz="1500">
              <a:solidFill>
                <a:schemeClr val="dk1"/>
              </a:solidFill>
              <a:latin typeface="Turret Road"/>
              <a:ea typeface="Turret Road"/>
              <a:cs typeface="Turret Road"/>
              <a:sym typeface="Turret Road"/>
            </a:endParaRPr>
          </a:p>
        </p:txBody>
      </p:sp>
      <p:sp>
        <p:nvSpPr>
          <p:cNvPr id="4909" name="Google Shape;4909;p32"/>
          <p:cNvSpPr txBox="1"/>
          <p:nvPr/>
        </p:nvSpPr>
        <p:spPr>
          <a:xfrm>
            <a:off x="2746375" y="2997422"/>
            <a:ext cx="19389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rPr>
              <a:t>CONHECIMENTO ADQUIRIDO</a:t>
            </a:r>
            <a:endParaRPr b="1" sz="1500">
              <a:solidFill>
                <a:schemeClr val="dk1"/>
              </a:solidFill>
              <a:latin typeface="Turret Road"/>
              <a:ea typeface="Turret Road"/>
              <a:cs typeface="Turret Road"/>
              <a:sym typeface="Turret Road"/>
            </a:endParaRPr>
          </a:p>
        </p:txBody>
      </p:sp>
      <p:sp>
        <p:nvSpPr>
          <p:cNvPr id="4910" name="Google Shape;4910;p32"/>
          <p:cNvSpPr txBox="1"/>
          <p:nvPr/>
        </p:nvSpPr>
        <p:spPr>
          <a:xfrm>
            <a:off x="2746375" y="3926671"/>
            <a:ext cx="19389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urret Road"/>
                <a:ea typeface="Turret Road"/>
                <a:cs typeface="Turret Road"/>
                <a:sym typeface="Turret Road"/>
              </a:rPr>
              <a:t>RESULTADOS</a:t>
            </a:r>
            <a:endParaRPr b="1" sz="1500">
              <a:solidFill>
                <a:schemeClr val="dk1"/>
              </a:solidFill>
              <a:latin typeface="Turret Road"/>
              <a:ea typeface="Turret Road"/>
              <a:cs typeface="Turret Road"/>
              <a:sym typeface="Turret Road"/>
            </a:endParaRPr>
          </a:p>
        </p:txBody>
      </p:sp>
      <p:cxnSp>
        <p:nvCxnSpPr>
          <p:cNvPr id="4911" name="Google Shape;4911;p32"/>
          <p:cNvCxnSpPr>
            <a:stCxn id="4912" idx="1"/>
            <a:endCxn id="4913" idx="0"/>
          </p:cNvCxnSpPr>
          <p:nvPr/>
        </p:nvCxnSpPr>
        <p:spPr>
          <a:xfrm flipH="1">
            <a:off x="1133075" y="1482125"/>
            <a:ext cx="847800" cy="793500"/>
          </a:xfrm>
          <a:prstGeom prst="bentConnector2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4" name="Google Shape;4914;p32"/>
          <p:cNvCxnSpPr>
            <a:stCxn id="4915" idx="1"/>
            <a:endCxn id="4913" idx="2"/>
          </p:cNvCxnSpPr>
          <p:nvPr/>
        </p:nvCxnSpPr>
        <p:spPr>
          <a:xfrm rot="10800000">
            <a:off x="1133075" y="3299975"/>
            <a:ext cx="847800" cy="932400"/>
          </a:xfrm>
          <a:prstGeom prst="bentConnector2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6" name="Google Shape;4916;p32"/>
          <p:cNvCxnSpPr>
            <a:stCxn id="4917" idx="1"/>
            <a:endCxn id="4913" idx="3"/>
          </p:cNvCxnSpPr>
          <p:nvPr/>
        </p:nvCxnSpPr>
        <p:spPr>
          <a:xfrm rot="10800000">
            <a:off x="1652675" y="2787925"/>
            <a:ext cx="328200" cy="527700"/>
          </a:xfrm>
          <a:prstGeom prst="bentConnector3">
            <a:avLst>
              <a:gd fmla="val 49981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8" name="Google Shape;4918;p32"/>
          <p:cNvCxnSpPr>
            <a:stCxn id="4919" idx="1"/>
            <a:endCxn id="4913" idx="3"/>
          </p:cNvCxnSpPr>
          <p:nvPr/>
        </p:nvCxnSpPr>
        <p:spPr>
          <a:xfrm flipH="1">
            <a:off x="1652675" y="2398875"/>
            <a:ext cx="328200" cy="388800"/>
          </a:xfrm>
          <a:prstGeom prst="bentConnector3">
            <a:avLst>
              <a:gd fmla="val 49981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2" name="Google Shape;4912;p32"/>
          <p:cNvSpPr/>
          <p:nvPr/>
        </p:nvSpPr>
        <p:spPr>
          <a:xfrm>
            <a:off x="1980875" y="1176425"/>
            <a:ext cx="793500" cy="611400"/>
          </a:xfrm>
          <a:prstGeom prst="roundRect">
            <a:avLst>
              <a:gd fmla="val 24769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9" name="Google Shape;4919;p32"/>
          <p:cNvSpPr/>
          <p:nvPr/>
        </p:nvSpPr>
        <p:spPr>
          <a:xfrm>
            <a:off x="1980875" y="2093175"/>
            <a:ext cx="793500" cy="611400"/>
          </a:xfrm>
          <a:prstGeom prst="roundRect">
            <a:avLst>
              <a:gd fmla="val 24769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7" name="Google Shape;4917;p32"/>
          <p:cNvSpPr/>
          <p:nvPr/>
        </p:nvSpPr>
        <p:spPr>
          <a:xfrm>
            <a:off x="1980875" y="3009925"/>
            <a:ext cx="793500" cy="611400"/>
          </a:xfrm>
          <a:prstGeom prst="roundRect">
            <a:avLst>
              <a:gd fmla="val 24769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5" name="Google Shape;4915;p32"/>
          <p:cNvSpPr/>
          <p:nvPr/>
        </p:nvSpPr>
        <p:spPr>
          <a:xfrm>
            <a:off x="1980875" y="3926675"/>
            <a:ext cx="793500" cy="611400"/>
          </a:xfrm>
          <a:prstGeom prst="roundRect">
            <a:avLst>
              <a:gd fmla="val 24769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3" name="Google Shape;4913;p32"/>
          <p:cNvSpPr/>
          <p:nvPr/>
        </p:nvSpPr>
        <p:spPr>
          <a:xfrm>
            <a:off x="613600" y="2275700"/>
            <a:ext cx="1039200" cy="1024200"/>
          </a:xfrm>
          <a:prstGeom prst="roundRect">
            <a:avLst>
              <a:gd fmla="val 24769" name="adj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571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20" name="Google Shape;4920;p32"/>
          <p:cNvGrpSpPr/>
          <p:nvPr/>
        </p:nvGrpSpPr>
        <p:grpSpPr>
          <a:xfrm>
            <a:off x="2197529" y="2165827"/>
            <a:ext cx="360193" cy="466107"/>
            <a:chOff x="3119678" y="3360146"/>
            <a:chExt cx="269343" cy="348543"/>
          </a:xfrm>
        </p:grpSpPr>
        <p:sp>
          <p:nvSpPr>
            <p:cNvPr id="4921" name="Google Shape;4921;p32"/>
            <p:cNvSpPr/>
            <p:nvPr/>
          </p:nvSpPr>
          <p:spPr>
            <a:xfrm>
              <a:off x="3268289" y="3498271"/>
              <a:ext cx="43782" cy="46728"/>
            </a:xfrm>
            <a:custGeom>
              <a:rect b="b" l="l" r="r" t="t"/>
              <a:pathLst>
                <a:path extrusionOk="0" h="1475" w="1382">
                  <a:moveTo>
                    <a:pt x="196" y="0"/>
                  </a:moveTo>
                  <a:cubicBezTo>
                    <a:pt x="137" y="0"/>
                    <a:pt x="81" y="35"/>
                    <a:pt x="48" y="93"/>
                  </a:cubicBezTo>
                  <a:cubicBezTo>
                    <a:pt x="0" y="164"/>
                    <a:pt x="36" y="272"/>
                    <a:pt x="119" y="319"/>
                  </a:cubicBezTo>
                  <a:cubicBezTo>
                    <a:pt x="584" y="557"/>
                    <a:pt x="905" y="926"/>
                    <a:pt x="1048" y="1355"/>
                  </a:cubicBezTo>
                  <a:cubicBezTo>
                    <a:pt x="1060" y="1438"/>
                    <a:pt x="1131" y="1474"/>
                    <a:pt x="1191" y="1474"/>
                  </a:cubicBezTo>
                  <a:cubicBezTo>
                    <a:pt x="1203" y="1474"/>
                    <a:pt x="1227" y="1474"/>
                    <a:pt x="1239" y="1462"/>
                  </a:cubicBezTo>
                  <a:cubicBezTo>
                    <a:pt x="1322" y="1415"/>
                    <a:pt x="1381" y="1331"/>
                    <a:pt x="1358" y="1236"/>
                  </a:cubicBezTo>
                  <a:cubicBezTo>
                    <a:pt x="1191" y="736"/>
                    <a:pt x="810" y="284"/>
                    <a:pt x="274" y="22"/>
                  </a:cubicBezTo>
                  <a:cubicBezTo>
                    <a:pt x="249" y="7"/>
                    <a:pt x="222" y="0"/>
                    <a:pt x="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32"/>
            <p:cNvSpPr/>
            <p:nvPr/>
          </p:nvSpPr>
          <p:spPr>
            <a:xfrm>
              <a:off x="3147208" y="3475176"/>
              <a:ext cx="214664" cy="233513"/>
            </a:xfrm>
            <a:custGeom>
              <a:rect b="b" l="l" r="r" t="t"/>
              <a:pathLst>
                <a:path extrusionOk="0" h="7371" w="6776">
                  <a:moveTo>
                    <a:pt x="3537" y="4608"/>
                  </a:moveTo>
                  <a:lnTo>
                    <a:pt x="3537" y="4989"/>
                  </a:lnTo>
                  <a:lnTo>
                    <a:pt x="3179" y="4989"/>
                  </a:lnTo>
                  <a:lnTo>
                    <a:pt x="3179" y="4608"/>
                  </a:lnTo>
                  <a:cubicBezTo>
                    <a:pt x="3239" y="4620"/>
                    <a:pt x="3298" y="4620"/>
                    <a:pt x="3358" y="4620"/>
                  </a:cubicBezTo>
                  <a:cubicBezTo>
                    <a:pt x="3417" y="4620"/>
                    <a:pt x="3477" y="4620"/>
                    <a:pt x="3537" y="4608"/>
                  </a:cubicBezTo>
                  <a:close/>
                  <a:moveTo>
                    <a:pt x="5977" y="5299"/>
                  </a:moveTo>
                  <a:lnTo>
                    <a:pt x="5977" y="5763"/>
                  </a:lnTo>
                  <a:lnTo>
                    <a:pt x="798" y="5763"/>
                  </a:lnTo>
                  <a:lnTo>
                    <a:pt x="798" y="5299"/>
                  </a:lnTo>
                  <a:close/>
                  <a:moveTo>
                    <a:pt x="3406" y="0"/>
                  </a:moveTo>
                  <a:cubicBezTo>
                    <a:pt x="2751" y="0"/>
                    <a:pt x="2132" y="262"/>
                    <a:pt x="1667" y="715"/>
                  </a:cubicBezTo>
                  <a:cubicBezTo>
                    <a:pt x="1203" y="1179"/>
                    <a:pt x="953" y="1798"/>
                    <a:pt x="953" y="2465"/>
                  </a:cubicBezTo>
                  <a:lnTo>
                    <a:pt x="953" y="2715"/>
                  </a:lnTo>
                  <a:cubicBezTo>
                    <a:pt x="953" y="2798"/>
                    <a:pt x="1024" y="2882"/>
                    <a:pt x="1120" y="2882"/>
                  </a:cubicBezTo>
                  <a:cubicBezTo>
                    <a:pt x="1203" y="2882"/>
                    <a:pt x="1274" y="2798"/>
                    <a:pt x="1274" y="2715"/>
                  </a:cubicBezTo>
                  <a:lnTo>
                    <a:pt x="1274" y="2465"/>
                  </a:lnTo>
                  <a:cubicBezTo>
                    <a:pt x="1274" y="1894"/>
                    <a:pt x="1501" y="1358"/>
                    <a:pt x="1905" y="953"/>
                  </a:cubicBezTo>
                  <a:cubicBezTo>
                    <a:pt x="2310" y="548"/>
                    <a:pt x="2846" y="334"/>
                    <a:pt x="3406" y="334"/>
                  </a:cubicBezTo>
                  <a:cubicBezTo>
                    <a:pt x="4584" y="334"/>
                    <a:pt x="5549" y="1286"/>
                    <a:pt x="5549" y="2477"/>
                  </a:cubicBezTo>
                  <a:lnTo>
                    <a:pt x="5549" y="4989"/>
                  </a:lnTo>
                  <a:lnTo>
                    <a:pt x="3882" y="4989"/>
                  </a:lnTo>
                  <a:lnTo>
                    <a:pt x="3882" y="4489"/>
                  </a:lnTo>
                  <a:cubicBezTo>
                    <a:pt x="4060" y="4382"/>
                    <a:pt x="4215" y="4203"/>
                    <a:pt x="4299" y="3989"/>
                  </a:cubicBezTo>
                  <a:cubicBezTo>
                    <a:pt x="4334" y="3906"/>
                    <a:pt x="4287" y="3810"/>
                    <a:pt x="4215" y="3787"/>
                  </a:cubicBezTo>
                  <a:cubicBezTo>
                    <a:pt x="4193" y="3778"/>
                    <a:pt x="4171" y="3775"/>
                    <a:pt x="4149" y="3775"/>
                  </a:cubicBezTo>
                  <a:cubicBezTo>
                    <a:pt x="4079" y="3775"/>
                    <a:pt x="4019" y="3815"/>
                    <a:pt x="4001" y="3870"/>
                  </a:cubicBezTo>
                  <a:cubicBezTo>
                    <a:pt x="3941" y="4037"/>
                    <a:pt x="3822" y="4156"/>
                    <a:pt x="3668" y="4227"/>
                  </a:cubicBezTo>
                  <a:lnTo>
                    <a:pt x="3656" y="4227"/>
                  </a:lnTo>
                  <a:cubicBezTo>
                    <a:pt x="3572" y="4263"/>
                    <a:pt x="3477" y="4287"/>
                    <a:pt x="3394" y="4287"/>
                  </a:cubicBezTo>
                  <a:cubicBezTo>
                    <a:pt x="3036" y="4287"/>
                    <a:pt x="2739" y="3989"/>
                    <a:pt x="2739" y="3632"/>
                  </a:cubicBezTo>
                  <a:cubicBezTo>
                    <a:pt x="2739" y="3275"/>
                    <a:pt x="3036" y="2977"/>
                    <a:pt x="3394" y="2977"/>
                  </a:cubicBezTo>
                  <a:cubicBezTo>
                    <a:pt x="3644" y="2977"/>
                    <a:pt x="3882" y="3132"/>
                    <a:pt x="3989" y="3370"/>
                  </a:cubicBezTo>
                  <a:cubicBezTo>
                    <a:pt x="4006" y="3421"/>
                    <a:pt x="4067" y="3461"/>
                    <a:pt x="4126" y="3461"/>
                  </a:cubicBezTo>
                  <a:cubicBezTo>
                    <a:pt x="4149" y="3461"/>
                    <a:pt x="4171" y="3455"/>
                    <a:pt x="4191" y="3441"/>
                  </a:cubicBezTo>
                  <a:cubicBezTo>
                    <a:pt x="4263" y="3418"/>
                    <a:pt x="4310" y="3310"/>
                    <a:pt x="4263" y="3239"/>
                  </a:cubicBezTo>
                  <a:cubicBezTo>
                    <a:pt x="4108" y="2894"/>
                    <a:pt x="3763" y="2667"/>
                    <a:pt x="3370" y="2667"/>
                  </a:cubicBezTo>
                  <a:cubicBezTo>
                    <a:pt x="2834" y="2667"/>
                    <a:pt x="2394" y="3096"/>
                    <a:pt x="2394" y="3656"/>
                  </a:cubicBezTo>
                  <a:cubicBezTo>
                    <a:pt x="2394" y="4013"/>
                    <a:pt x="2584" y="4322"/>
                    <a:pt x="2870" y="4489"/>
                  </a:cubicBezTo>
                  <a:lnTo>
                    <a:pt x="2870" y="4989"/>
                  </a:lnTo>
                  <a:lnTo>
                    <a:pt x="1262" y="4989"/>
                  </a:lnTo>
                  <a:lnTo>
                    <a:pt x="1262" y="3358"/>
                  </a:lnTo>
                  <a:cubicBezTo>
                    <a:pt x="1262" y="3263"/>
                    <a:pt x="1191" y="3191"/>
                    <a:pt x="1096" y="3191"/>
                  </a:cubicBezTo>
                  <a:cubicBezTo>
                    <a:pt x="1012" y="3191"/>
                    <a:pt x="941" y="3263"/>
                    <a:pt x="941" y="3358"/>
                  </a:cubicBezTo>
                  <a:lnTo>
                    <a:pt x="941" y="4989"/>
                  </a:lnTo>
                  <a:lnTo>
                    <a:pt x="655" y="4989"/>
                  </a:lnTo>
                  <a:cubicBezTo>
                    <a:pt x="560" y="4989"/>
                    <a:pt x="489" y="5061"/>
                    <a:pt x="489" y="5156"/>
                  </a:cubicBezTo>
                  <a:lnTo>
                    <a:pt x="489" y="5775"/>
                  </a:lnTo>
                  <a:lnTo>
                    <a:pt x="167" y="5775"/>
                  </a:lnTo>
                  <a:cubicBezTo>
                    <a:pt x="72" y="5775"/>
                    <a:pt x="0" y="5858"/>
                    <a:pt x="0" y="5942"/>
                  </a:cubicBezTo>
                  <a:lnTo>
                    <a:pt x="0" y="7204"/>
                  </a:lnTo>
                  <a:cubicBezTo>
                    <a:pt x="0" y="7299"/>
                    <a:pt x="72" y="7370"/>
                    <a:pt x="167" y="7370"/>
                  </a:cubicBezTo>
                  <a:lnTo>
                    <a:pt x="3918" y="7370"/>
                  </a:lnTo>
                  <a:cubicBezTo>
                    <a:pt x="4001" y="7370"/>
                    <a:pt x="4072" y="7299"/>
                    <a:pt x="4072" y="7204"/>
                  </a:cubicBezTo>
                  <a:cubicBezTo>
                    <a:pt x="4072" y="7120"/>
                    <a:pt x="4001" y="7049"/>
                    <a:pt x="3918" y="7049"/>
                  </a:cubicBezTo>
                  <a:lnTo>
                    <a:pt x="322" y="7049"/>
                  </a:lnTo>
                  <a:lnTo>
                    <a:pt x="322" y="6108"/>
                  </a:lnTo>
                  <a:lnTo>
                    <a:pt x="6442" y="6108"/>
                  </a:lnTo>
                  <a:lnTo>
                    <a:pt x="6442" y="7049"/>
                  </a:lnTo>
                  <a:lnTo>
                    <a:pt x="4537" y="7049"/>
                  </a:lnTo>
                  <a:cubicBezTo>
                    <a:pt x="4453" y="7049"/>
                    <a:pt x="4370" y="7120"/>
                    <a:pt x="4370" y="7204"/>
                  </a:cubicBezTo>
                  <a:cubicBezTo>
                    <a:pt x="4370" y="7299"/>
                    <a:pt x="4453" y="7370"/>
                    <a:pt x="4537" y="7370"/>
                  </a:cubicBezTo>
                  <a:lnTo>
                    <a:pt x="6608" y="7370"/>
                  </a:lnTo>
                  <a:cubicBezTo>
                    <a:pt x="6692" y="7370"/>
                    <a:pt x="6775" y="7299"/>
                    <a:pt x="6775" y="7204"/>
                  </a:cubicBezTo>
                  <a:lnTo>
                    <a:pt x="6775" y="5942"/>
                  </a:lnTo>
                  <a:cubicBezTo>
                    <a:pt x="6775" y="5835"/>
                    <a:pt x="6716" y="5763"/>
                    <a:pt x="6620" y="5763"/>
                  </a:cubicBezTo>
                  <a:lnTo>
                    <a:pt x="6311" y="5763"/>
                  </a:lnTo>
                  <a:lnTo>
                    <a:pt x="6311" y="5144"/>
                  </a:lnTo>
                  <a:cubicBezTo>
                    <a:pt x="6311" y="5049"/>
                    <a:pt x="6239" y="4977"/>
                    <a:pt x="6144" y="4977"/>
                  </a:cubicBezTo>
                  <a:lnTo>
                    <a:pt x="5858" y="4977"/>
                  </a:lnTo>
                  <a:lnTo>
                    <a:pt x="5858" y="2465"/>
                  </a:lnTo>
                  <a:cubicBezTo>
                    <a:pt x="5858" y="1108"/>
                    <a:pt x="4763" y="0"/>
                    <a:pt x="3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32"/>
            <p:cNvSpPr/>
            <p:nvPr/>
          </p:nvSpPr>
          <p:spPr>
            <a:xfrm>
              <a:off x="3249408" y="3360146"/>
              <a:ext cx="10613" cy="97321"/>
            </a:xfrm>
            <a:custGeom>
              <a:rect b="b" l="l" r="r" t="t"/>
              <a:pathLst>
                <a:path extrusionOk="0" h="3072" w="335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905"/>
                  </a:lnTo>
                  <a:cubicBezTo>
                    <a:pt x="1" y="3000"/>
                    <a:pt x="72" y="3072"/>
                    <a:pt x="168" y="3072"/>
                  </a:cubicBezTo>
                  <a:cubicBezTo>
                    <a:pt x="251" y="3072"/>
                    <a:pt x="334" y="3000"/>
                    <a:pt x="334" y="2905"/>
                  </a:cubicBezTo>
                  <a:lnTo>
                    <a:pt x="334" y="167"/>
                  </a:lnTo>
                  <a:cubicBezTo>
                    <a:pt x="334" y="83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32"/>
            <p:cNvSpPr/>
            <p:nvPr/>
          </p:nvSpPr>
          <p:spPr>
            <a:xfrm>
              <a:off x="3175879" y="3377919"/>
              <a:ext cx="54331" cy="86740"/>
            </a:xfrm>
            <a:custGeom>
              <a:rect b="b" l="l" r="r" t="t"/>
              <a:pathLst>
                <a:path extrusionOk="0" h="2738" w="1715">
                  <a:moveTo>
                    <a:pt x="188" y="1"/>
                  </a:moveTo>
                  <a:cubicBezTo>
                    <a:pt x="161" y="1"/>
                    <a:pt x="134" y="8"/>
                    <a:pt x="107" y="22"/>
                  </a:cubicBezTo>
                  <a:cubicBezTo>
                    <a:pt x="36" y="70"/>
                    <a:pt x="0" y="153"/>
                    <a:pt x="48" y="249"/>
                  </a:cubicBezTo>
                  <a:lnTo>
                    <a:pt x="1381" y="2642"/>
                  </a:lnTo>
                  <a:cubicBezTo>
                    <a:pt x="1417" y="2701"/>
                    <a:pt x="1477" y="2737"/>
                    <a:pt x="1524" y="2737"/>
                  </a:cubicBezTo>
                  <a:cubicBezTo>
                    <a:pt x="1548" y="2737"/>
                    <a:pt x="1584" y="2737"/>
                    <a:pt x="1596" y="2713"/>
                  </a:cubicBezTo>
                  <a:cubicBezTo>
                    <a:pt x="1679" y="2654"/>
                    <a:pt x="1715" y="2559"/>
                    <a:pt x="1667" y="2475"/>
                  </a:cubicBezTo>
                  <a:lnTo>
                    <a:pt x="334" y="82"/>
                  </a:lnTo>
                  <a:cubicBezTo>
                    <a:pt x="301" y="33"/>
                    <a:pt x="246" y="1"/>
                    <a:pt x="1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5" name="Google Shape;4925;p32"/>
            <p:cNvSpPr/>
            <p:nvPr/>
          </p:nvSpPr>
          <p:spPr>
            <a:xfrm>
              <a:off x="3119678" y="3429399"/>
              <a:ext cx="89401" cy="50720"/>
            </a:xfrm>
            <a:custGeom>
              <a:rect b="b" l="l" r="r" t="t"/>
              <a:pathLst>
                <a:path extrusionOk="0" h="1601" w="2822">
                  <a:moveTo>
                    <a:pt x="200" y="0"/>
                  </a:moveTo>
                  <a:cubicBezTo>
                    <a:pt x="142" y="0"/>
                    <a:pt x="81" y="27"/>
                    <a:pt x="48" y="76"/>
                  </a:cubicBezTo>
                  <a:cubicBezTo>
                    <a:pt x="0" y="160"/>
                    <a:pt x="36" y="255"/>
                    <a:pt x="107" y="302"/>
                  </a:cubicBezTo>
                  <a:lnTo>
                    <a:pt x="2536" y="1588"/>
                  </a:lnTo>
                  <a:cubicBezTo>
                    <a:pt x="2560" y="1600"/>
                    <a:pt x="2584" y="1600"/>
                    <a:pt x="2608" y="1600"/>
                  </a:cubicBezTo>
                  <a:cubicBezTo>
                    <a:pt x="2667" y="1600"/>
                    <a:pt x="2727" y="1565"/>
                    <a:pt x="2762" y="1505"/>
                  </a:cubicBezTo>
                  <a:cubicBezTo>
                    <a:pt x="2822" y="1445"/>
                    <a:pt x="2786" y="1350"/>
                    <a:pt x="2703" y="1303"/>
                  </a:cubicBezTo>
                  <a:lnTo>
                    <a:pt x="274" y="17"/>
                  </a:lnTo>
                  <a:cubicBezTo>
                    <a:pt x="252" y="6"/>
                    <a:pt x="226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32"/>
            <p:cNvSpPr/>
            <p:nvPr/>
          </p:nvSpPr>
          <p:spPr>
            <a:xfrm>
              <a:off x="3279219" y="3377919"/>
              <a:ext cx="54363" cy="85980"/>
            </a:xfrm>
            <a:custGeom>
              <a:rect b="b" l="l" r="r" t="t"/>
              <a:pathLst>
                <a:path extrusionOk="0" h="2714" w="1716">
                  <a:moveTo>
                    <a:pt x="1533" y="1"/>
                  </a:moveTo>
                  <a:cubicBezTo>
                    <a:pt x="1475" y="1"/>
                    <a:pt x="1414" y="33"/>
                    <a:pt x="1382" y="82"/>
                  </a:cubicBezTo>
                  <a:lnTo>
                    <a:pt x="48" y="2475"/>
                  </a:lnTo>
                  <a:cubicBezTo>
                    <a:pt x="1" y="2559"/>
                    <a:pt x="24" y="2654"/>
                    <a:pt x="108" y="2701"/>
                  </a:cubicBezTo>
                  <a:cubicBezTo>
                    <a:pt x="132" y="2713"/>
                    <a:pt x="143" y="2713"/>
                    <a:pt x="179" y="2713"/>
                  </a:cubicBezTo>
                  <a:cubicBezTo>
                    <a:pt x="239" y="2713"/>
                    <a:pt x="286" y="2689"/>
                    <a:pt x="310" y="2630"/>
                  </a:cubicBezTo>
                  <a:lnTo>
                    <a:pt x="1656" y="237"/>
                  </a:lnTo>
                  <a:cubicBezTo>
                    <a:pt x="1715" y="153"/>
                    <a:pt x="1679" y="70"/>
                    <a:pt x="1608" y="22"/>
                  </a:cubicBezTo>
                  <a:cubicBezTo>
                    <a:pt x="1585" y="8"/>
                    <a:pt x="1560" y="1"/>
                    <a:pt x="15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32"/>
            <p:cNvSpPr/>
            <p:nvPr/>
          </p:nvSpPr>
          <p:spPr>
            <a:xfrm>
              <a:off x="3300349" y="3429399"/>
              <a:ext cx="88672" cy="51100"/>
            </a:xfrm>
            <a:custGeom>
              <a:rect b="b" l="l" r="r" t="t"/>
              <a:pathLst>
                <a:path extrusionOk="0" h="1613" w="2799">
                  <a:moveTo>
                    <a:pt x="2615" y="0"/>
                  </a:moveTo>
                  <a:cubicBezTo>
                    <a:pt x="2589" y="0"/>
                    <a:pt x="2562" y="6"/>
                    <a:pt x="2536" y="17"/>
                  </a:cubicBezTo>
                  <a:lnTo>
                    <a:pt x="107" y="1303"/>
                  </a:lnTo>
                  <a:cubicBezTo>
                    <a:pt x="36" y="1350"/>
                    <a:pt x="0" y="1434"/>
                    <a:pt x="48" y="1529"/>
                  </a:cubicBezTo>
                  <a:cubicBezTo>
                    <a:pt x="72" y="1588"/>
                    <a:pt x="131" y="1612"/>
                    <a:pt x="191" y="1612"/>
                  </a:cubicBezTo>
                  <a:cubicBezTo>
                    <a:pt x="227" y="1612"/>
                    <a:pt x="238" y="1612"/>
                    <a:pt x="274" y="1600"/>
                  </a:cubicBezTo>
                  <a:lnTo>
                    <a:pt x="2691" y="314"/>
                  </a:lnTo>
                  <a:cubicBezTo>
                    <a:pt x="2774" y="255"/>
                    <a:pt x="2798" y="172"/>
                    <a:pt x="2751" y="76"/>
                  </a:cubicBezTo>
                  <a:cubicBezTo>
                    <a:pt x="2726" y="27"/>
                    <a:pt x="2673" y="0"/>
                    <a:pt x="26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2275" lIns="122275" spcFirstLastPara="1" rIns="122275" wrap="square" tIns="12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8" name="Google Shape;4928;p32"/>
          <p:cNvGrpSpPr/>
          <p:nvPr/>
        </p:nvGrpSpPr>
        <p:grpSpPr>
          <a:xfrm>
            <a:off x="2197519" y="3999331"/>
            <a:ext cx="360207" cy="432626"/>
            <a:chOff x="1493849" y="2775533"/>
            <a:chExt cx="283985" cy="341080"/>
          </a:xfrm>
        </p:grpSpPr>
        <p:sp>
          <p:nvSpPr>
            <p:cNvPr id="4929" name="Google Shape;4929;p32"/>
            <p:cNvSpPr/>
            <p:nvPr/>
          </p:nvSpPr>
          <p:spPr>
            <a:xfrm>
              <a:off x="1493849" y="2775533"/>
              <a:ext cx="283985" cy="341080"/>
            </a:xfrm>
            <a:custGeom>
              <a:rect b="b" l="l" r="r" t="t"/>
              <a:pathLst>
                <a:path extrusionOk="0" h="10741" w="8943">
                  <a:moveTo>
                    <a:pt x="8430" y="1013"/>
                  </a:moveTo>
                  <a:cubicBezTo>
                    <a:pt x="8466" y="1013"/>
                    <a:pt x="8514" y="1025"/>
                    <a:pt x="8549" y="1061"/>
                  </a:cubicBezTo>
                  <a:cubicBezTo>
                    <a:pt x="8573" y="1084"/>
                    <a:pt x="8585" y="1132"/>
                    <a:pt x="8585" y="1180"/>
                  </a:cubicBezTo>
                  <a:lnTo>
                    <a:pt x="8585" y="1846"/>
                  </a:lnTo>
                  <a:cubicBezTo>
                    <a:pt x="8585" y="2454"/>
                    <a:pt x="8454" y="2906"/>
                    <a:pt x="8192" y="3204"/>
                  </a:cubicBezTo>
                  <a:cubicBezTo>
                    <a:pt x="7954" y="3466"/>
                    <a:pt x="7633" y="3585"/>
                    <a:pt x="7323" y="3716"/>
                  </a:cubicBezTo>
                  <a:cubicBezTo>
                    <a:pt x="7180" y="3775"/>
                    <a:pt x="7025" y="3835"/>
                    <a:pt x="6894" y="3918"/>
                  </a:cubicBezTo>
                  <a:cubicBezTo>
                    <a:pt x="7037" y="3466"/>
                    <a:pt x="7121" y="2989"/>
                    <a:pt x="7121" y="2501"/>
                  </a:cubicBezTo>
                  <a:lnTo>
                    <a:pt x="7121" y="1811"/>
                  </a:lnTo>
                  <a:cubicBezTo>
                    <a:pt x="7335" y="1811"/>
                    <a:pt x="7549" y="1715"/>
                    <a:pt x="7680" y="1513"/>
                  </a:cubicBezTo>
                  <a:lnTo>
                    <a:pt x="7799" y="1334"/>
                  </a:lnTo>
                  <a:cubicBezTo>
                    <a:pt x="7954" y="1132"/>
                    <a:pt x="8168" y="1013"/>
                    <a:pt x="8430" y="1013"/>
                  </a:cubicBezTo>
                  <a:close/>
                  <a:moveTo>
                    <a:pt x="453" y="1025"/>
                  </a:moveTo>
                  <a:cubicBezTo>
                    <a:pt x="703" y="1025"/>
                    <a:pt x="929" y="1144"/>
                    <a:pt x="1072" y="1358"/>
                  </a:cubicBezTo>
                  <a:lnTo>
                    <a:pt x="1191" y="1537"/>
                  </a:lnTo>
                  <a:cubicBezTo>
                    <a:pt x="1322" y="1703"/>
                    <a:pt x="1537" y="1834"/>
                    <a:pt x="1763" y="1834"/>
                  </a:cubicBezTo>
                  <a:lnTo>
                    <a:pt x="1763" y="2513"/>
                  </a:lnTo>
                  <a:cubicBezTo>
                    <a:pt x="1763" y="2989"/>
                    <a:pt x="1834" y="3466"/>
                    <a:pt x="1977" y="3930"/>
                  </a:cubicBezTo>
                  <a:cubicBezTo>
                    <a:pt x="1846" y="3835"/>
                    <a:pt x="1703" y="3775"/>
                    <a:pt x="1548" y="3716"/>
                  </a:cubicBezTo>
                  <a:cubicBezTo>
                    <a:pt x="1239" y="3597"/>
                    <a:pt x="929" y="3466"/>
                    <a:pt x="691" y="3204"/>
                  </a:cubicBezTo>
                  <a:cubicBezTo>
                    <a:pt x="417" y="2906"/>
                    <a:pt x="286" y="2454"/>
                    <a:pt x="286" y="1846"/>
                  </a:cubicBezTo>
                  <a:lnTo>
                    <a:pt x="286" y="1191"/>
                  </a:lnTo>
                  <a:cubicBezTo>
                    <a:pt x="286" y="1144"/>
                    <a:pt x="298" y="1096"/>
                    <a:pt x="334" y="1072"/>
                  </a:cubicBezTo>
                  <a:cubicBezTo>
                    <a:pt x="358" y="1037"/>
                    <a:pt x="405" y="1025"/>
                    <a:pt x="453" y="1025"/>
                  </a:cubicBezTo>
                  <a:close/>
                  <a:moveTo>
                    <a:pt x="7097" y="299"/>
                  </a:moveTo>
                  <a:lnTo>
                    <a:pt x="7097" y="668"/>
                  </a:lnTo>
                  <a:lnTo>
                    <a:pt x="5739" y="668"/>
                  </a:lnTo>
                  <a:cubicBezTo>
                    <a:pt x="5656" y="668"/>
                    <a:pt x="5585" y="739"/>
                    <a:pt x="5585" y="834"/>
                  </a:cubicBezTo>
                  <a:cubicBezTo>
                    <a:pt x="5585" y="918"/>
                    <a:pt x="5656" y="1001"/>
                    <a:pt x="5739" y="1001"/>
                  </a:cubicBezTo>
                  <a:lnTo>
                    <a:pt x="6775" y="1001"/>
                  </a:lnTo>
                  <a:lnTo>
                    <a:pt x="6775" y="2513"/>
                  </a:lnTo>
                  <a:cubicBezTo>
                    <a:pt x="6787" y="3882"/>
                    <a:pt x="6132" y="5192"/>
                    <a:pt x="5013" y="6014"/>
                  </a:cubicBezTo>
                  <a:lnTo>
                    <a:pt x="4894" y="6097"/>
                  </a:lnTo>
                  <a:cubicBezTo>
                    <a:pt x="4870" y="6097"/>
                    <a:pt x="4835" y="6085"/>
                    <a:pt x="4811" y="6085"/>
                  </a:cubicBezTo>
                  <a:lnTo>
                    <a:pt x="4037" y="6085"/>
                  </a:lnTo>
                  <a:cubicBezTo>
                    <a:pt x="4001" y="6085"/>
                    <a:pt x="3977" y="6085"/>
                    <a:pt x="3942" y="6097"/>
                  </a:cubicBezTo>
                  <a:lnTo>
                    <a:pt x="3823" y="6014"/>
                  </a:lnTo>
                  <a:cubicBezTo>
                    <a:pt x="2727" y="5192"/>
                    <a:pt x="2060" y="3882"/>
                    <a:pt x="2060" y="2513"/>
                  </a:cubicBezTo>
                  <a:lnTo>
                    <a:pt x="2060" y="1001"/>
                  </a:lnTo>
                  <a:lnTo>
                    <a:pt x="5013" y="1001"/>
                  </a:lnTo>
                  <a:cubicBezTo>
                    <a:pt x="5108" y="1001"/>
                    <a:pt x="5180" y="918"/>
                    <a:pt x="5180" y="834"/>
                  </a:cubicBezTo>
                  <a:cubicBezTo>
                    <a:pt x="5180" y="739"/>
                    <a:pt x="5108" y="668"/>
                    <a:pt x="5013" y="668"/>
                  </a:cubicBezTo>
                  <a:lnTo>
                    <a:pt x="1727" y="668"/>
                  </a:lnTo>
                  <a:lnTo>
                    <a:pt x="1727" y="299"/>
                  </a:lnTo>
                  <a:close/>
                  <a:moveTo>
                    <a:pt x="4823" y="6395"/>
                  </a:moveTo>
                  <a:cubicBezTo>
                    <a:pt x="4882" y="6395"/>
                    <a:pt x="4930" y="6442"/>
                    <a:pt x="4930" y="6502"/>
                  </a:cubicBezTo>
                  <a:lnTo>
                    <a:pt x="4930" y="6621"/>
                  </a:lnTo>
                  <a:cubicBezTo>
                    <a:pt x="4930" y="6680"/>
                    <a:pt x="4882" y="6728"/>
                    <a:pt x="4823" y="6728"/>
                  </a:cubicBezTo>
                  <a:lnTo>
                    <a:pt x="4049" y="6728"/>
                  </a:lnTo>
                  <a:cubicBezTo>
                    <a:pt x="3989" y="6728"/>
                    <a:pt x="3942" y="6680"/>
                    <a:pt x="3942" y="6621"/>
                  </a:cubicBezTo>
                  <a:lnTo>
                    <a:pt x="3942" y="6502"/>
                  </a:lnTo>
                  <a:cubicBezTo>
                    <a:pt x="3942" y="6442"/>
                    <a:pt x="3989" y="6395"/>
                    <a:pt x="4049" y="6395"/>
                  </a:cubicBezTo>
                  <a:close/>
                  <a:moveTo>
                    <a:pt x="4620" y="7037"/>
                  </a:moveTo>
                  <a:lnTo>
                    <a:pt x="4620" y="8573"/>
                  </a:lnTo>
                  <a:lnTo>
                    <a:pt x="4239" y="8573"/>
                  </a:lnTo>
                  <a:lnTo>
                    <a:pt x="4239" y="7037"/>
                  </a:lnTo>
                  <a:close/>
                  <a:moveTo>
                    <a:pt x="5418" y="8883"/>
                  </a:moveTo>
                  <a:cubicBezTo>
                    <a:pt x="5525" y="8883"/>
                    <a:pt x="5608" y="8978"/>
                    <a:pt x="5608" y="9073"/>
                  </a:cubicBezTo>
                  <a:lnTo>
                    <a:pt x="5608" y="9252"/>
                  </a:lnTo>
                  <a:lnTo>
                    <a:pt x="4215" y="9252"/>
                  </a:lnTo>
                  <a:cubicBezTo>
                    <a:pt x="4120" y="9252"/>
                    <a:pt x="4049" y="9335"/>
                    <a:pt x="4049" y="9419"/>
                  </a:cubicBezTo>
                  <a:cubicBezTo>
                    <a:pt x="4049" y="9514"/>
                    <a:pt x="4120" y="9585"/>
                    <a:pt x="4215" y="9585"/>
                  </a:cubicBezTo>
                  <a:lnTo>
                    <a:pt x="6370" y="9585"/>
                  </a:lnTo>
                  <a:cubicBezTo>
                    <a:pt x="6382" y="9585"/>
                    <a:pt x="6406" y="9597"/>
                    <a:pt x="6418" y="9609"/>
                  </a:cubicBezTo>
                  <a:lnTo>
                    <a:pt x="6561" y="10371"/>
                  </a:lnTo>
                  <a:cubicBezTo>
                    <a:pt x="6561" y="10383"/>
                    <a:pt x="6561" y="10407"/>
                    <a:pt x="6549" y="10407"/>
                  </a:cubicBezTo>
                  <a:cubicBezTo>
                    <a:pt x="6549" y="10407"/>
                    <a:pt x="6537" y="10419"/>
                    <a:pt x="6525" y="10419"/>
                  </a:cubicBezTo>
                  <a:lnTo>
                    <a:pt x="2370" y="10419"/>
                  </a:lnTo>
                  <a:cubicBezTo>
                    <a:pt x="2358" y="10419"/>
                    <a:pt x="2334" y="10407"/>
                    <a:pt x="2334" y="10407"/>
                  </a:cubicBezTo>
                  <a:cubicBezTo>
                    <a:pt x="2334" y="10407"/>
                    <a:pt x="2322" y="10383"/>
                    <a:pt x="2322" y="10371"/>
                  </a:cubicBezTo>
                  <a:lnTo>
                    <a:pt x="2477" y="9609"/>
                  </a:lnTo>
                  <a:cubicBezTo>
                    <a:pt x="2477" y="9597"/>
                    <a:pt x="2489" y="9585"/>
                    <a:pt x="2513" y="9585"/>
                  </a:cubicBezTo>
                  <a:lnTo>
                    <a:pt x="3489" y="9585"/>
                  </a:lnTo>
                  <a:cubicBezTo>
                    <a:pt x="3573" y="9585"/>
                    <a:pt x="3644" y="9514"/>
                    <a:pt x="3644" y="9419"/>
                  </a:cubicBezTo>
                  <a:cubicBezTo>
                    <a:pt x="3644" y="9335"/>
                    <a:pt x="3573" y="9252"/>
                    <a:pt x="3489" y="9252"/>
                  </a:cubicBezTo>
                  <a:lnTo>
                    <a:pt x="3263" y="9252"/>
                  </a:lnTo>
                  <a:lnTo>
                    <a:pt x="3263" y="9073"/>
                  </a:lnTo>
                  <a:cubicBezTo>
                    <a:pt x="3263" y="8978"/>
                    <a:pt x="3346" y="8883"/>
                    <a:pt x="3453" y="8883"/>
                  </a:cubicBezTo>
                  <a:close/>
                  <a:moveTo>
                    <a:pt x="1739" y="1"/>
                  </a:moveTo>
                  <a:cubicBezTo>
                    <a:pt x="1572" y="1"/>
                    <a:pt x="1441" y="132"/>
                    <a:pt x="1441" y="299"/>
                  </a:cubicBezTo>
                  <a:lnTo>
                    <a:pt x="1441" y="703"/>
                  </a:lnTo>
                  <a:cubicBezTo>
                    <a:pt x="1441" y="858"/>
                    <a:pt x="1572" y="1001"/>
                    <a:pt x="1739" y="1001"/>
                  </a:cubicBezTo>
                  <a:lnTo>
                    <a:pt x="1775" y="1001"/>
                  </a:lnTo>
                  <a:lnTo>
                    <a:pt x="1775" y="1513"/>
                  </a:lnTo>
                  <a:cubicBezTo>
                    <a:pt x="1656" y="1513"/>
                    <a:pt x="1537" y="1453"/>
                    <a:pt x="1477" y="1358"/>
                  </a:cubicBezTo>
                  <a:lnTo>
                    <a:pt x="1358" y="1180"/>
                  </a:lnTo>
                  <a:cubicBezTo>
                    <a:pt x="1156" y="882"/>
                    <a:pt x="822" y="715"/>
                    <a:pt x="477" y="715"/>
                  </a:cubicBezTo>
                  <a:cubicBezTo>
                    <a:pt x="346" y="715"/>
                    <a:pt x="227" y="763"/>
                    <a:pt x="132" y="846"/>
                  </a:cubicBezTo>
                  <a:cubicBezTo>
                    <a:pt x="48" y="941"/>
                    <a:pt x="1" y="1049"/>
                    <a:pt x="1" y="1191"/>
                  </a:cubicBezTo>
                  <a:lnTo>
                    <a:pt x="1" y="1846"/>
                  </a:lnTo>
                  <a:cubicBezTo>
                    <a:pt x="1" y="3418"/>
                    <a:pt x="798" y="3751"/>
                    <a:pt x="1465" y="4013"/>
                  </a:cubicBezTo>
                  <a:cubicBezTo>
                    <a:pt x="1810" y="4168"/>
                    <a:pt x="2144" y="4299"/>
                    <a:pt x="2299" y="4609"/>
                  </a:cubicBezTo>
                  <a:cubicBezTo>
                    <a:pt x="2334" y="4704"/>
                    <a:pt x="2322" y="4775"/>
                    <a:pt x="2263" y="4847"/>
                  </a:cubicBezTo>
                  <a:cubicBezTo>
                    <a:pt x="2212" y="4914"/>
                    <a:pt x="2120" y="4946"/>
                    <a:pt x="2041" y="4946"/>
                  </a:cubicBezTo>
                  <a:cubicBezTo>
                    <a:pt x="2008" y="4946"/>
                    <a:pt x="1978" y="4940"/>
                    <a:pt x="1953" y="4930"/>
                  </a:cubicBezTo>
                  <a:cubicBezTo>
                    <a:pt x="1834" y="4882"/>
                    <a:pt x="1822" y="4728"/>
                    <a:pt x="1834" y="4632"/>
                  </a:cubicBezTo>
                  <a:cubicBezTo>
                    <a:pt x="1834" y="4537"/>
                    <a:pt x="1775" y="4466"/>
                    <a:pt x="1679" y="4466"/>
                  </a:cubicBezTo>
                  <a:cubicBezTo>
                    <a:pt x="1596" y="4466"/>
                    <a:pt x="1513" y="4525"/>
                    <a:pt x="1513" y="4609"/>
                  </a:cubicBezTo>
                  <a:cubicBezTo>
                    <a:pt x="1513" y="4740"/>
                    <a:pt x="1537" y="5085"/>
                    <a:pt x="1834" y="5228"/>
                  </a:cubicBezTo>
                  <a:cubicBezTo>
                    <a:pt x="1906" y="5252"/>
                    <a:pt x="1965" y="5263"/>
                    <a:pt x="2037" y="5263"/>
                  </a:cubicBezTo>
                  <a:cubicBezTo>
                    <a:pt x="2203" y="5263"/>
                    <a:pt x="2382" y="5192"/>
                    <a:pt x="2489" y="5073"/>
                  </a:cubicBezTo>
                  <a:cubicBezTo>
                    <a:pt x="2501" y="5061"/>
                    <a:pt x="2513" y="5049"/>
                    <a:pt x="2513" y="5025"/>
                  </a:cubicBezTo>
                  <a:cubicBezTo>
                    <a:pt x="2811" y="5502"/>
                    <a:pt x="3215" y="5942"/>
                    <a:pt x="3680" y="6275"/>
                  </a:cubicBezTo>
                  <a:lnTo>
                    <a:pt x="3703" y="6299"/>
                  </a:lnTo>
                  <a:cubicBezTo>
                    <a:pt x="3656" y="6347"/>
                    <a:pt x="3644" y="6430"/>
                    <a:pt x="3644" y="6514"/>
                  </a:cubicBezTo>
                  <a:lnTo>
                    <a:pt x="3644" y="6633"/>
                  </a:lnTo>
                  <a:cubicBezTo>
                    <a:pt x="3644" y="6835"/>
                    <a:pt x="3775" y="6990"/>
                    <a:pt x="3965" y="7037"/>
                  </a:cubicBezTo>
                  <a:lnTo>
                    <a:pt x="3965" y="8585"/>
                  </a:lnTo>
                  <a:lnTo>
                    <a:pt x="3489" y="8585"/>
                  </a:lnTo>
                  <a:cubicBezTo>
                    <a:pt x="3203" y="8585"/>
                    <a:pt x="2977" y="8811"/>
                    <a:pt x="2977" y="9085"/>
                  </a:cubicBezTo>
                  <a:lnTo>
                    <a:pt x="2977" y="9264"/>
                  </a:lnTo>
                  <a:lnTo>
                    <a:pt x="2549" y="9264"/>
                  </a:lnTo>
                  <a:cubicBezTo>
                    <a:pt x="2382" y="9264"/>
                    <a:pt x="2239" y="9383"/>
                    <a:pt x="2203" y="9550"/>
                  </a:cubicBezTo>
                  <a:lnTo>
                    <a:pt x="2060" y="10312"/>
                  </a:lnTo>
                  <a:cubicBezTo>
                    <a:pt x="2037" y="10419"/>
                    <a:pt x="2060" y="10514"/>
                    <a:pt x="2132" y="10609"/>
                  </a:cubicBezTo>
                  <a:cubicBezTo>
                    <a:pt x="2203" y="10693"/>
                    <a:pt x="2299" y="10740"/>
                    <a:pt x="2394" y="10740"/>
                  </a:cubicBezTo>
                  <a:lnTo>
                    <a:pt x="6549" y="10740"/>
                  </a:lnTo>
                  <a:cubicBezTo>
                    <a:pt x="6656" y="10740"/>
                    <a:pt x="6763" y="10693"/>
                    <a:pt x="6823" y="10609"/>
                  </a:cubicBezTo>
                  <a:cubicBezTo>
                    <a:pt x="6894" y="10514"/>
                    <a:pt x="6906" y="10419"/>
                    <a:pt x="6894" y="10312"/>
                  </a:cubicBezTo>
                  <a:lnTo>
                    <a:pt x="6740" y="9550"/>
                  </a:lnTo>
                  <a:cubicBezTo>
                    <a:pt x="6716" y="9383"/>
                    <a:pt x="6561" y="9264"/>
                    <a:pt x="6406" y="9264"/>
                  </a:cubicBezTo>
                  <a:lnTo>
                    <a:pt x="5966" y="9264"/>
                  </a:lnTo>
                  <a:lnTo>
                    <a:pt x="5966" y="9085"/>
                  </a:lnTo>
                  <a:cubicBezTo>
                    <a:pt x="5966" y="8811"/>
                    <a:pt x="5751" y="8585"/>
                    <a:pt x="5466" y="8585"/>
                  </a:cubicBezTo>
                  <a:lnTo>
                    <a:pt x="4989" y="8585"/>
                  </a:lnTo>
                  <a:lnTo>
                    <a:pt x="4989" y="7037"/>
                  </a:lnTo>
                  <a:cubicBezTo>
                    <a:pt x="5168" y="6990"/>
                    <a:pt x="5299" y="6835"/>
                    <a:pt x="5299" y="6633"/>
                  </a:cubicBezTo>
                  <a:lnTo>
                    <a:pt x="5299" y="6502"/>
                  </a:lnTo>
                  <a:cubicBezTo>
                    <a:pt x="5299" y="6430"/>
                    <a:pt x="5275" y="6359"/>
                    <a:pt x="5239" y="6275"/>
                  </a:cubicBezTo>
                  <a:lnTo>
                    <a:pt x="5275" y="6264"/>
                  </a:lnTo>
                  <a:cubicBezTo>
                    <a:pt x="5728" y="5918"/>
                    <a:pt x="6132" y="5490"/>
                    <a:pt x="6430" y="5013"/>
                  </a:cubicBezTo>
                  <a:cubicBezTo>
                    <a:pt x="6442" y="5025"/>
                    <a:pt x="6466" y="5049"/>
                    <a:pt x="6466" y="5061"/>
                  </a:cubicBezTo>
                  <a:cubicBezTo>
                    <a:pt x="6585" y="5180"/>
                    <a:pt x="6740" y="5252"/>
                    <a:pt x="6906" y="5252"/>
                  </a:cubicBezTo>
                  <a:cubicBezTo>
                    <a:pt x="6978" y="5252"/>
                    <a:pt x="7061" y="5240"/>
                    <a:pt x="7121" y="5204"/>
                  </a:cubicBezTo>
                  <a:cubicBezTo>
                    <a:pt x="7418" y="5073"/>
                    <a:pt x="7442" y="4751"/>
                    <a:pt x="7430" y="4597"/>
                  </a:cubicBezTo>
                  <a:cubicBezTo>
                    <a:pt x="7430" y="4513"/>
                    <a:pt x="7359" y="4454"/>
                    <a:pt x="7263" y="4454"/>
                  </a:cubicBezTo>
                  <a:cubicBezTo>
                    <a:pt x="7180" y="4454"/>
                    <a:pt x="7121" y="4525"/>
                    <a:pt x="7121" y="4609"/>
                  </a:cubicBezTo>
                  <a:cubicBezTo>
                    <a:pt x="7121" y="4716"/>
                    <a:pt x="7097" y="4871"/>
                    <a:pt x="7002" y="4906"/>
                  </a:cubicBezTo>
                  <a:cubicBezTo>
                    <a:pt x="6975" y="4920"/>
                    <a:pt x="6945" y="4925"/>
                    <a:pt x="6913" y="4925"/>
                  </a:cubicBezTo>
                  <a:cubicBezTo>
                    <a:pt x="6831" y="4925"/>
                    <a:pt x="6740" y="4886"/>
                    <a:pt x="6680" y="4835"/>
                  </a:cubicBezTo>
                  <a:cubicBezTo>
                    <a:pt x="6621" y="4775"/>
                    <a:pt x="6609" y="4692"/>
                    <a:pt x="6656" y="4597"/>
                  </a:cubicBezTo>
                  <a:cubicBezTo>
                    <a:pt x="6799" y="4287"/>
                    <a:pt x="7121" y="4156"/>
                    <a:pt x="7490" y="4001"/>
                  </a:cubicBezTo>
                  <a:cubicBezTo>
                    <a:pt x="8145" y="3739"/>
                    <a:pt x="8942" y="3406"/>
                    <a:pt x="8942" y="1834"/>
                  </a:cubicBezTo>
                  <a:lnTo>
                    <a:pt x="8942" y="1180"/>
                  </a:lnTo>
                  <a:cubicBezTo>
                    <a:pt x="8907" y="1061"/>
                    <a:pt x="8847" y="941"/>
                    <a:pt x="8752" y="846"/>
                  </a:cubicBezTo>
                  <a:cubicBezTo>
                    <a:pt x="8668" y="763"/>
                    <a:pt x="8549" y="715"/>
                    <a:pt x="8406" y="715"/>
                  </a:cubicBezTo>
                  <a:cubicBezTo>
                    <a:pt x="8049" y="715"/>
                    <a:pt x="7728" y="894"/>
                    <a:pt x="7537" y="1180"/>
                  </a:cubicBezTo>
                  <a:lnTo>
                    <a:pt x="7418" y="1358"/>
                  </a:lnTo>
                  <a:cubicBezTo>
                    <a:pt x="7335" y="1453"/>
                    <a:pt x="7240" y="1513"/>
                    <a:pt x="7121" y="1513"/>
                  </a:cubicBezTo>
                  <a:lnTo>
                    <a:pt x="7121" y="1001"/>
                  </a:lnTo>
                  <a:lnTo>
                    <a:pt x="7144" y="1001"/>
                  </a:lnTo>
                  <a:cubicBezTo>
                    <a:pt x="7311" y="1001"/>
                    <a:pt x="7442" y="858"/>
                    <a:pt x="7442" y="703"/>
                  </a:cubicBezTo>
                  <a:lnTo>
                    <a:pt x="7442" y="299"/>
                  </a:lnTo>
                  <a:cubicBezTo>
                    <a:pt x="7442" y="132"/>
                    <a:pt x="731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950" lIns="115950" spcFirstLastPara="1" rIns="115950" wrap="square" tIns="115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32"/>
            <p:cNvSpPr/>
            <p:nvPr/>
          </p:nvSpPr>
          <p:spPr>
            <a:xfrm>
              <a:off x="1590638" y="2834153"/>
              <a:ext cx="88501" cy="84754"/>
            </a:xfrm>
            <a:custGeom>
              <a:rect b="b" l="l" r="r" t="t"/>
              <a:pathLst>
                <a:path extrusionOk="0" h="2669" w="2787">
                  <a:moveTo>
                    <a:pt x="1358" y="488"/>
                  </a:moveTo>
                  <a:lnTo>
                    <a:pt x="1596" y="977"/>
                  </a:lnTo>
                  <a:cubicBezTo>
                    <a:pt x="1632" y="1036"/>
                    <a:pt x="1668" y="1072"/>
                    <a:pt x="1751" y="1084"/>
                  </a:cubicBezTo>
                  <a:lnTo>
                    <a:pt x="2299" y="1155"/>
                  </a:lnTo>
                  <a:lnTo>
                    <a:pt x="1929" y="1548"/>
                  </a:lnTo>
                  <a:cubicBezTo>
                    <a:pt x="1882" y="1596"/>
                    <a:pt x="1870" y="1655"/>
                    <a:pt x="1870" y="1715"/>
                  </a:cubicBezTo>
                  <a:lnTo>
                    <a:pt x="1953" y="2263"/>
                  </a:lnTo>
                  <a:lnTo>
                    <a:pt x="1465" y="2012"/>
                  </a:lnTo>
                  <a:cubicBezTo>
                    <a:pt x="1429" y="1989"/>
                    <a:pt x="1406" y="1989"/>
                    <a:pt x="1370" y="1989"/>
                  </a:cubicBezTo>
                  <a:cubicBezTo>
                    <a:pt x="1346" y="1989"/>
                    <a:pt x="1310" y="1989"/>
                    <a:pt x="1287" y="2012"/>
                  </a:cubicBezTo>
                  <a:lnTo>
                    <a:pt x="798" y="2263"/>
                  </a:lnTo>
                  <a:lnTo>
                    <a:pt x="882" y="1715"/>
                  </a:lnTo>
                  <a:cubicBezTo>
                    <a:pt x="894" y="1655"/>
                    <a:pt x="870" y="1596"/>
                    <a:pt x="822" y="1548"/>
                  </a:cubicBezTo>
                  <a:lnTo>
                    <a:pt x="417" y="1155"/>
                  </a:lnTo>
                  <a:lnTo>
                    <a:pt x="977" y="1084"/>
                  </a:lnTo>
                  <a:cubicBezTo>
                    <a:pt x="1036" y="1072"/>
                    <a:pt x="1096" y="1036"/>
                    <a:pt x="1120" y="977"/>
                  </a:cubicBezTo>
                  <a:lnTo>
                    <a:pt x="1358" y="488"/>
                  </a:lnTo>
                  <a:close/>
                  <a:moveTo>
                    <a:pt x="1406" y="0"/>
                  </a:moveTo>
                  <a:cubicBezTo>
                    <a:pt x="1334" y="0"/>
                    <a:pt x="1275" y="48"/>
                    <a:pt x="1239" y="107"/>
                  </a:cubicBezTo>
                  <a:lnTo>
                    <a:pt x="917" y="774"/>
                  </a:lnTo>
                  <a:lnTo>
                    <a:pt x="179" y="881"/>
                  </a:lnTo>
                  <a:cubicBezTo>
                    <a:pt x="108" y="893"/>
                    <a:pt x="48" y="941"/>
                    <a:pt x="36" y="1012"/>
                  </a:cubicBezTo>
                  <a:cubicBezTo>
                    <a:pt x="1" y="1084"/>
                    <a:pt x="36" y="1155"/>
                    <a:pt x="84" y="1203"/>
                  </a:cubicBezTo>
                  <a:lnTo>
                    <a:pt x="620" y="1727"/>
                  </a:lnTo>
                  <a:lnTo>
                    <a:pt x="501" y="2453"/>
                  </a:lnTo>
                  <a:cubicBezTo>
                    <a:pt x="477" y="2524"/>
                    <a:pt x="513" y="2608"/>
                    <a:pt x="572" y="2632"/>
                  </a:cubicBezTo>
                  <a:cubicBezTo>
                    <a:pt x="604" y="2657"/>
                    <a:pt x="639" y="2669"/>
                    <a:pt x="674" y="2669"/>
                  </a:cubicBezTo>
                  <a:cubicBezTo>
                    <a:pt x="705" y="2669"/>
                    <a:pt x="735" y="2660"/>
                    <a:pt x="763" y="2644"/>
                  </a:cubicBezTo>
                  <a:lnTo>
                    <a:pt x="1417" y="2310"/>
                  </a:lnTo>
                  <a:lnTo>
                    <a:pt x="2072" y="2644"/>
                  </a:lnTo>
                  <a:cubicBezTo>
                    <a:pt x="2108" y="2667"/>
                    <a:pt x="2132" y="2667"/>
                    <a:pt x="2168" y="2667"/>
                  </a:cubicBezTo>
                  <a:cubicBezTo>
                    <a:pt x="2203" y="2667"/>
                    <a:pt x="2239" y="2644"/>
                    <a:pt x="2263" y="2632"/>
                  </a:cubicBezTo>
                  <a:cubicBezTo>
                    <a:pt x="2322" y="2584"/>
                    <a:pt x="2358" y="2513"/>
                    <a:pt x="2346" y="2453"/>
                  </a:cubicBezTo>
                  <a:lnTo>
                    <a:pt x="2227" y="1727"/>
                  </a:lnTo>
                  <a:lnTo>
                    <a:pt x="2763" y="1203"/>
                  </a:lnTo>
                  <a:cubicBezTo>
                    <a:pt x="2775" y="1155"/>
                    <a:pt x="2787" y="1084"/>
                    <a:pt x="2775" y="1012"/>
                  </a:cubicBezTo>
                  <a:cubicBezTo>
                    <a:pt x="2739" y="941"/>
                    <a:pt x="2703" y="893"/>
                    <a:pt x="2620" y="881"/>
                  </a:cubicBezTo>
                  <a:lnTo>
                    <a:pt x="1894" y="774"/>
                  </a:lnTo>
                  <a:lnTo>
                    <a:pt x="1572" y="107"/>
                  </a:lnTo>
                  <a:cubicBezTo>
                    <a:pt x="1537" y="48"/>
                    <a:pt x="1465" y="0"/>
                    <a:pt x="1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5950" lIns="115950" spcFirstLastPara="1" rIns="115950" wrap="square" tIns="115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1" name="Google Shape;4931;p32"/>
          <p:cNvSpPr/>
          <p:nvPr/>
        </p:nvSpPr>
        <p:spPr>
          <a:xfrm>
            <a:off x="2192379" y="3148526"/>
            <a:ext cx="342505" cy="334191"/>
          </a:xfrm>
          <a:custGeom>
            <a:rect b="b" l="l" r="r" t="t"/>
            <a:pathLst>
              <a:path extrusionOk="0" h="10491" w="10752">
                <a:moveTo>
                  <a:pt x="9632" y="1406"/>
                </a:moveTo>
                <a:lnTo>
                  <a:pt x="9632" y="2418"/>
                </a:lnTo>
                <a:lnTo>
                  <a:pt x="3584" y="2418"/>
                </a:lnTo>
                <a:lnTo>
                  <a:pt x="3584" y="1918"/>
                </a:lnTo>
                <a:cubicBezTo>
                  <a:pt x="3584" y="1787"/>
                  <a:pt x="3477" y="1680"/>
                  <a:pt x="3346" y="1680"/>
                </a:cubicBezTo>
                <a:lnTo>
                  <a:pt x="1905" y="1680"/>
                </a:lnTo>
                <a:cubicBezTo>
                  <a:pt x="1774" y="1680"/>
                  <a:pt x="1667" y="1787"/>
                  <a:pt x="1667" y="1918"/>
                </a:cubicBezTo>
                <a:lnTo>
                  <a:pt x="1667" y="2358"/>
                </a:lnTo>
                <a:cubicBezTo>
                  <a:pt x="1500" y="2275"/>
                  <a:pt x="1381" y="2108"/>
                  <a:pt x="1381" y="1918"/>
                </a:cubicBezTo>
                <a:cubicBezTo>
                  <a:pt x="1381" y="1632"/>
                  <a:pt x="1607" y="1406"/>
                  <a:pt x="1893" y="1406"/>
                </a:cubicBezTo>
                <a:close/>
                <a:moveTo>
                  <a:pt x="3131" y="2156"/>
                </a:moveTo>
                <a:lnTo>
                  <a:pt x="3131" y="3168"/>
                </a:lnTo>
                <a:lnTo>
                  <a:pt x="2739" y="3001"/>
                </a:lnTo>
                <a:cubicBezTo>
                  <a:pt x="2709" y="2989"/>
                  <a:pt x="2679" y="2983"/>
                  <a:pt x="2649" y="2983"/>
                </a:cubicBezTo>
                <a:cubicBezTo>
                  <a:pt x="2620" y="2983"/>
                  <a:pt x="2590" y="2989"/>
                  <a:pt x="2560" y="3001"/>
                </a:cubicBezTo>
                <a:lnTo>
                  <a:pt x="2143" y="3180"/>
                </a:lnTo>
                <a:lnTo>
                  <a:pt x="2143" y="2156"/>
                </a:lnTo>
                <a:close/>
                <a:moveTo>
                  <a:pt x="10275" y="2882"/>
                </a:moveTo>
                <a:lnTo>
                  <a:pt x="10275" y="3346"/>
                </a:lnTo>
                <a:lnTo>
                  <a:pt x="3584" y="3346"/>
                </a:lnTo>
                <a:lnTo>
                  <a:pt x="3584" y="2882"/>
                </a:lnTo>
                <a:close/>
                <a:moveTo>
                  <a:pt x="8823" y="4728"/>
                </a:moveTo>
                <a:cubicBezTo>
                  <a:pt x="9108" y="4728"/>
                  <a:pt x="9335" y="4954"/>
                  <a:pt x="9335" y="5239"/>
                </a:cubicBezTo>
                <a:cubicBezTo>
                  <a:pt x="9335" y="5430"/>
                  <a:pt x="9216" y="5609"/>
                  <a:pt x="9049" y="5680"/>
                </a:cubicBezTo>
                <a:lnTo>
                  <a:pt x="9049" y="5239"/>
                </a:lnTo>
                <a:cubicBezTo>
                  <a:pt x="9049" y="5097"/>
                  <a:pt x="8942" y="4989"/>
                  <a:pt x="8811" y="4989"/>
                </a:cubicBezTo>
                <a:lnTo>
                  <a:pt x="7358" y="4989"/>
                </a:lnTo>
                <a:cubicBezTo>
                  <a:pt x="7215" y="4989"/>
                  <a:pt x="7120" y="5097"/>
                  <a:pt x="7120" y="5239"/>
                </a:cubicBezTo>
                <a:lnTo>
                  <a:pt x="7120" y="5740"/>
                </a:lnTo>
                <a:lnTo>
                  <a:pt x="1060" y="5740"/>
                </a:lnTo>
                <a:lnTo>
                  <a:pt x="1060" y="4728"/>
                </a:lnTo>
                <a:close/>
                <a:moveTo>
                  <a:pt x="8608" y="5454"/>
                </a:moveTo>
                <a:lnTo>
                  <a:pt x="8608" y="6502"/>
                </a:lnTo>
                <a:lnTo>
                  <a:pt x="8192" y="6323"/>
                </a:lnTo>
                <a:cubicBezTo>
                  <a:pt x="8156" y="6311"/>
                  <a:pt x="8132" y="6311"/>
                  <a:pt x="8096" y="6311"/>
                </a:cubicBezTo>
                <a:cubicBezTo>
                  <a:pt x="8073" y="6311"/>
                  <a:pt x="8037" y="6311"/>
                  <a:pt x="8013" y="6323"/>
                </a:cubicBezTo>
                <a:lnTo>
                  <a:pt x="7620" y="6490"/>
                </a:lnTo>
                <a:lnTo>
                  <a:pt x="7620" y="5454"/>
                </a:lnTo>
                <a:close/>
                <a:moveTo>
                  <a:pt x="8846" y="3811"/>
                </a:moveTo>
                <a:cubicBezTo>
                  <a:pt x="9632" y="3811"/>
                  <a:pt x="10275" y="4442"/>
                  <a:pt x="10275" y="5251"/>
                </a:cubicBezTo>
                <a:cubicBezTo>
                  <a:pt x="10275" y="5632"/>
                  <a:pt x="10120" y="5990"/>
                  <a:pt x="9859" y="6263"/>
                </a:cubicBezTo>
                <a:cubicBezTo>
                  <a:pt x="9632" y="6490"/>
                  <a:pt x="9358" y="6621"/>
                  <a:pt x="9061" y="6668"/>
                </a:cubicBezTo>
                <a:lnTo>
                  <a:pt x="9061" y="6192"/>
                </a:lnTo>
                <a:cubicBezTo>
                  <a:pt x="9501" y="6085"/>
                  <a:pt x="9811" y="5692"/>
                  <a:pt x="9811" y="5239"/>
                </a:cubicBezTo>
                <a:cubicBezTo>
                  <a:pt x="9811" y="4704"/>
                  <a:pt x="9382" y="4263"/>
                  <a:pt x="8846" y="4263"/>
                </a:cubicBezTo>
                <a:lnTo>
                  <a:pt x="476" y="4263"/>
                </a:lnTo>
                <a:lnTo>
                  <a:pt x="476" y="3811"/>
                </a:lnTo>
                <a:close/>
                <a:moveTo>
                  <a:pt x="7144" y="6216"/>
                </a:moveTo>
                <a:lnTo>
                  <a:pt x="7144" y="6680"/>
                </a:lnTo>
                <a:lnTo>
                  <a:pt x="464" y="6680"/>
                </a:lnTo>
                <a:lnTo>
                  <a:pt x="464" y="6216"/>
                </a:lnTo>
                <a:close/>
                <a:moveTo>
                  <a:pt x="9632" y="8073"/>
                </a:moveTo>
                <a:lnTo>
                  <a:pt x="9632" y="9085"/>
                </a:lnTo>
                <a:lnTo>
                  <a:pt x="3584" y="9085"/>
                </a:lnTo>
                <a:lnTo>
                  <a:pt x="3584" y="8585"/>
                </a:lnTo>
                <a:cubicBezTo>
                  <a:pt x="3584" y="8454"/>
                  <a:pt x="3477" y="8347"/>
                  <a:pt x="3346" y="8347"/>
                </a:cubicBezTo>
                <a:lnTo>
                  <a:pt x="1905" y="8347"/>
                </a:lnTo>
                <a:cubicBezTo>
                  <a:pt x="1774" y="8347"/>
                  <a:pt x="1667" y="8454"/>
                  <a:pt x="1667" y="8585"/>
                </a:cubicBezTo>
                <a:lnTo>
                  <a:pt x="1667" y="9026"/>
                </a:lnTo>
                <a:cubicBezTo>
                  <a:pt x="1500" y="8942"/>
                  <a:pt x="1381" y="8776"/>
                  <a:pt x="1381" y="8585"/>
                </a:cubicBezTo>
                <a:cubicBezTo>
                  <a:pt x="1381" y="8299"/>
                  <a:pt x="1607" y="8073"/>
                  <a:pt x="1893" y="8073"/>
                </a:cubicBezTo>
                <a:close/>
                <a:moveTo>
                  <a:pt x="3131" y="8823"/>
                </a:moveTo>
                <a:lnTo>
                  <a:pt x="3131" y="9835"/>
                </a:lnTo>
                <a:lnTo>
                  <a:pt x="2739" y="9669"/>
                </a:lnTo>
                <a:cubicBezTo>
                  <a:pt x="2709" y="9657"/>
                  <a:pt x="2679" y="9651"/>
                  <a:pt x="2649" y="9651"/>
                </a:cubicBezTo>
                <a:cubicBezTo>
                  <a:pt x="2620" y="9651"/>
                  <a:pt x="2590" y="9657"/>
                  <a:pt x="2560" y="9669"/>
                </a:cubicBezTo>
                <a:lnTo>
                  <a:pt x="2143" y="9847"/>
                </a:lnTo>
                <a:lnTo>
                  <a:pt x="2143" y="8823"/>
                </a:lnTo>
                <a:close/>
                <a:moveTo>
                  <a:pt x="10275" y="7144"/>
                </a:moveTo>
                <a:lnTo>
                  <a:pt x="10275" y="7597"/>
                </a:lnTo>
                <a:lnTo>
                  <a:pt x="1905" y="7597"/>
                </a:lnTo>
                <a:cubicBezTo>
                  <a:pt x="1369" y="7597"/>
                  <a:pt x="941" y="8037"/>
                  <a:pt x="941" y="8573"/>
                </a:cubicBezTo>
                <a:cubicBezTo>
                  <a:pt x="941" y="9026"/>
                  <a:pt x="1250" y="9419"/>
                  <a:pt x="1679" y="9526"/>
                </a:cubicBezTo>
                <a:lnTo>
                  <a:pt x="1679" y="10002"/>
                </a:lnTo>
                <a:cubicBezTo>
                  <a:pt x="1381" y="9954"/>
                  <a:pt x="1119" y="9800"/>
                  <a:pt x="893" y="9597"/>
                </a:cubicBezTo>
                <a:cubicBezTo>
                  <a:pt x="631" y="9323"/>
                  <a:pt x="476" y="8954"/>
                  <a:pt x="476" y="8585"/>
                </a:cubicBezTo>
                <a:cubicBezTo>
                  <a:pt x="476" y="7787"/>
                  <a:pt x="1119" y="7144"/>
                  <a:pt x="1917" y="7144"/>
                </a:cubicBezTo>
                <a:close/>
                <a:moveTo>
                  <a:pt x="1917" y="1"/>
                </a:moveTo>
                <a:cubicBezTo>
                  <a:pt x="881" y="1"/>
                  <a:pt x="12" y="846"/>
                  <a:pt x="12" y="1906"/>
                </a:cubicBezTo>
                <a:cubicBezTo>
                  <a:pt x="12" y="2406"/>
                  <a:pt x="214" y="2882"/>
                  <a:pt x="572" y="3239"/>
                </a:cubicBezTo>
                <a:cubicBezTo>
                  <a:pt x="595" y="3275"/>
                  <a:pt x="631" y="3299"/>
                  <a:pt x="667" y="3334"/>
                </a:cubicBezTo>
                <a:lnTo>
                  <a:pt x="238" y="3334"/>
                </a:lnTo>
                <a:cubicBezTo>
                  <a:pt x="107" y="3334"/>
                  <a:pt x="0" y="3430"/>
                  <a:pt x="0" y="3573"/>
                </a:cubicBezTo>
                <a:lnTo>
                  <a:pt x="0" y="4489"/>
                </a:lnTo>
                <a:cubicBezTo>
                  <a:pt x="0" y="4620"/>
                  <a:pt x="107" y="4728"/>
                  <a:pt x="238" y="4728"/>
                </a:cubicBezTo>
                <a:lnTo>
                  <a:pt x="631" y="4728"/>
                </a:lnTo>
                <a:lnTo>
                  <a:pt x="631" y="5751"/>
                </a:lnTo>
                <a:lnTo>
                  <a:pt x="238" y="5751"/>
                </a:lnTo>
                <a:cubicBezTo>
                  <a:pt x="107" y="5751"/>
                  <a:pt x="0" y="5859"/>
                  <a:pt x="0" y="5990"/>
                </a:cubicBezTo>
                <a:lnTo>
                  <a:pt x="0" y="6918"/>
                </a:lnTo>
                <a:cubicBezTo>
                  <a:pt x="0" y="7049"/>
                  <a:pt x="107" y="7156"/>
                  <a:pt x="238" y="7156"/>
                </a:cubicBezTo>
                <a:lnTo>
                  <a:pt x="667" y="7156"/>
                </a:lnTo>
                <a:cubicBezTo>
                  <a:pt x="274" y="7502"/>
                  <a:pt x="12" y="8014"/>
                  <a:pt x="12" y="8597"/>
                </a:cubicBezTo>
                <a:cubicBezTo>
                  <a:pt x="12" y="9109"/>
                  <a:pt x="214" y="9585"/>
                  <a:pt x="572" y="9942"/>
                </a:cubicBezTo>
                <a:cubicBezTo>
                  <a:pt x="929" y="10300"/>
                  <a:pt x="1405" y="10490"/>
                  <a:pt x="1905" y="10490"/>
                </a:cubicBezTo>
                <a:lnTo>
                  <a:pt x="5394" y="10490"/>
                </a:lnTo>
                <a:cubicBezTo>
                  <a:pt x="5525" y="10490"/>
                  <a:pt x="5632" y="10383"/>
                  <a:pt x="5632" y="10252"/>
                </a:cubicBezTo>
                <a:cubicBezTo>
                  <a:pt x="5632" y="10121"/>
                  <a:pt x="5525" y="10014"/>
                  <a:pt x="5394" y="10014"/>
                </a:cubicBezTo>
                <a:lnTo>
                  <a:pt x="3584" y="10014"/>
                </a:lnTo>
                <a:lnTo>
                  <a:pt x="3584" y="9550"/>
                </a:lnTo>
                <a:lnTo>
                  <a:pt x="10275" y="9550"/>
                </a:lnTo>
                <a:lnTo>
                  <a:pt x="10275" y="10014"/>
                </a:lnTo>
                <a:lnTo>
                  <a:pt x="6477" y="10014"/>
                </a:lnTo>
                <a:cubicBezTo>
                  <a:pt x="6346" y="10014"/>
                  <a:pt x="6239" y="10121"/>
                  <a:pt x="6239" y="10252"/>
                </a:cubicBezTo>
                <a:cubicBezTo>
                  <a:pt x="6239" y="10383"/>
                  <a:pt x="6346" y="10490"/>
                  <a:pt x="6477" y="10490"/>
                </a:cubicBezTo>
                <a:lnTo>
                  <a:pt x="10513" y="10490"/>
                </a:lnTo>
                <a:cubicBezTo>
                  <a:pt x="10644" y="10490"/>
                  <a:pt x="10751" y="10383"/>
                  <a:pt x="10751" y="10252"/>
                </a:cubicBezTo>
                <a:lnTo>
                  <a:pt x="10751" y="9323"/>
                </a:lnTo>
                <a:cubicBezTo>
                  <a:pt x="10751" y="9192"/>
                  <a:pt x="10644" y="9085"/>
                  <a:pt x="10513" y="9085"/>
                </a:cubicBezTo>
                <a:lnTo>
                  <a:pt x="10120" y="9085"/>
                </a:lnTo>
                <a:lnTo>
                  <a:pt x="10120" y="8061"/>
                </a:lnTo>
                <a:lnTo>
                  <a:pt x="10513" y="8061"/>
                </a:lnTo>
                <a:cubicBezTo>
                  <a:pt x="10644" y="8061"/>
                  <a:pt x="10751" y="7954"/>
                  <a:pt x="10751" y="7823"/>
                </a:cubicBezTo>
                <a:lnTo>
                  <a:pt x="10751" y="6906"/>
                </a:lnTo>
                <a:cubicBezTo>
                  <a:pt x="10751" y="6763"/>
                  <a:pt x="10644" y="6668"/>
                  <a:pt x="10513" y="6668"/>
                </a:cubicBezTo>
                <a:lnTo>
                  <a:pt x="10073" y="6668"/>
                </a:lnTo>
                <a:cubicBezTo>
                  <a:pt x="10109" y="6633"/>
                  <a:pt x="10156" y="6609"/>
                  <a:pt x="10180" y="6573"/>
                </a:cubicBezTo>
                <a:cubicBezTo>
                  <a:pt x="10537" y="6216"/>
                  <a:pt x="10728" y="5740"/>
                  <a:pt x="10728" y="5239"/>
                </a:cubicBezTo>
                <a:cubicBezTo>
                  <a:pt x="10728" y="4656"/>
                  <a:pt x="10478" y="4144"/>
                  <a:pt x="10073" y="3787"/>
                </a:cubicBezTo>
                <a:lnTo>
                  <a:pt x="10513" y="3787"/>
                </a:lnTo>
                <a:cubicBezTo>
                  <a:pt x="10644" y="3787"/>
                  <a:pt x="10751" y="3692"/>
                  <a:pt x="10751" y="3549"/>
                </a:cubicBezTo>
                <a:lnTo>
                  <a:pt x="10751" y="2632"/>
                </a:lnTo>
                <a:cubicBezTo>
                  <a:pt x="10751" y="2501"/>
                  <a:pt x="10644" y="2394"/>
                  <a:pt x="10513" y="2394"/>
                </a:cubicBezTo>
                <a:lnTo>
                  <a:pt x="10120" y="2394"/>
                </a:lnTo>
                <a:lnTo>
                  <a:pt x="10120" y="1370"/>
                </a:lnTo>
                <a:lnTo>
                  <a:pt x="10513" y="1394"/>
                </a:lnTo>
                <a:cubicBezTo>
                  <a:pt x="10644" y="1394"/>
                  <a:pt x="10751" y="1287"/>
                  <a:pt x="10751" y="1156"/>
                </a:cubicBezTo>
                <a:lnTo>
                  <a:pt x="10751" y="239"/>
                </a:lnTo>
                <a:cubicBezTo>
                  <a:pt x="10751" y="96"/>
                  <a:pt x="10644" y="1"/>
                  <a:pt x="10513" y="1"/>
                </a:cubicBezTo>
                <a:lnTo>
                  <a:pt x="8942" y="1"/>
                </a:lnTo>
                <a:cubicBezTo>
                  <a:pt x="8811" y="1"/>
                  <a:pt x="8704" y="96"/>
                  <a:pt x="8704" y="239"/>
                </a:cubicBezTo>
                <a:cubicBezTo>
                  <a:pt x="8704" y="370"/>
                  <a:pt x="8811" y="477"/>
                  <a:pt x="8942" y="477"/>
                </a:cubicBezTo>
                <a:lnTo>
                  <a:pt x="10287" y="477"/>
                </a:lnTo>
                <a:lnTo>
                  <a:pt x="10287" y="929"/>
                </a:lnTo>
                <a:lnTo>
                  <a:pt x="1905" y="929"/>
                </a:lnTo>
                <a:cubicBezTo>
                  <a:pt x="1369" y="929"/>
                  <a:pt x="941" y="1370"/>
                  <a:pt x="941" y="1906"/>
                </a:cubicBezTo>
                <a:cubicBezTo>
                  <a:pt x="941" y="2358"/>
                  <a:pt x="1250" y="2751"/>
                  <a:pt x="1679" y="2858"/>
                </a:cubicBezTo>
                <a:lnTo>
                  <a:pt x="1679" y="3334"/>
                </a:lnTo>
                <a:cubicBezTo>
                  <a:pt x="1381" y="3287"/>
                  <a:pt x="1119" y="3156"/>
                  <a:pt x="893" y="2930"/>
                </a:cubicBezTo>
                <a:cubicBezTo>
                  <a:pt x="631" y="2656"/>
                  <a:pt x="476" y="2287"/>
                  <a:pt x="476" y="1918"/>
                </a:cubicBezTo>
                <a:cubicBezTo>
                  <a:pt x="476" y="1132"/>
                  <a:pt x="1119" y="477"/>
                  <a:pt x="1917" y="477"/>
                </a:cubicBezTo>
                <a:lnTo>
                  <a:pt x="7870" y="477"/>
                </a:lnTo>
                <a:cubicBezTo>
                  <a:pt x="8013" y="477"/>
                  <a:pt x="8108" y="370"/>
                  <a:pt x="8108" y="239"/>
                </a:cubicBezTo>
                <a:cubicBezTo>
                  <a:pt x="8108" y="96"/>
                  <a:pt x="8013" y="1"/>
                  <a:pt x="78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32" name="Google Shape;4932;p32"/>
          <p:cNvGrpSpPr/>
          <p:nvPr/>
        </p:nvGrpSpPr>
        <p:grpSpPr>
          <a:xfrm>
            <a:off x="2213528" y="1250322"/>
            <a:ext cx="328195" cy="463613"/>
            <a:chOff x="1333682" y="3344330"/>
            <a:chExt cx="271213" cy="383088"/>
          </a:xfrm>
        </p:grpSpPr>
        <p:sp>
          <p:nvSpPr>
            <p:cNvPr id="4933" name="Google Shape;4933;p32"/>
            <p:cNvSpPr/>
            <p:nvPr/>
          </p:nvSpPr>
          <p:spPr>
            <a:xfrm>
              <a:off x="1334065" y="3377332"/>
              <a:ext cx="270831" cy="350086"/>
            </a:xfrm>
            <a:custGeom>
              <a:rect b="b" l="l" r="r" t="t"/>
              <a:pathLst>
                <a:path extrusionOk="0" h="10990" w="8502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32"/>
            <p:cNvSpPr/>
            <p:nvPr/>
          </p:nvSpPr>
          <p:spPr>
            <a:xfrm>
              <a:off x="1333682" y="3344330"/>
              <a:ext cx="189697" cy="292461"/>
            </a:xfrm>
            <a:custGeom>
              <a:rect b="b" l="l" r="r" t="t"/>
              <a:pathLst>
                <a:path extrusionOk="0" h="9181" w="5955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32"/>
            <p:cNvSpPr/>
            <p:nvPr/>
          </p:nvSpPr>
          <p:spPr>
            <a:xfrm>
              <a:off x="1444060" y="3469488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32"/>
            <p:cNvSpPr/>
            <p:nvPr/>
          </p:nvSpPr>
          <p:spPr>
            <a:xfrm>
              <a:off x="1444060" y="3493762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32"/>
            <p:cNvSpPr/>
            <p:nvPr/>
          </p:nvSpPr>
          <p:spPr>
            <a:xfrm>
              <a:off x="1444060" y="3541927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32"/>
            <p:cNvSpPr/>
            <p:nvPr/>
          </p:nvSpPr>
          <p:spPr>
            <a:xfrm>
              <a:off x="1444060" y="3565818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32"/>
            <p:cNvSpPr/>
            <p:nvPr/>
          </p:nvSpPr>
          <p:spPr>
            <a:xfrm>
              <a:off x="1444060" y="3614747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32"/>
            <p:cNvSpPr/>
            <p:nvPr/>
          </p:nvSpPr>
          <p:spPr>
            <a:xfrm>
              <a:off x="1444060" y="3638256"/>
              <a:ext cx="100917" cy="11404"/>
            </a:xfrm>
            <a:custGeom>
              <a:rect b="b" l="l" r="r" t="t"/>
              <a:pathLst>
                <a:path extrusionOk="0" h="358" w="316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32"/>
            <p:cNvSpPr/>
            <p:nvPr/>
          </p:nvSpPr>
          <p:spPr>
            <a:xfrm>
              <a:off x="1371622" y="3459454"/>
              <a:ext cx="70208" cy="57084"/>
            </a:xfrm>
            <a:custGeom>
              <a:rect b="b" l="l" r="r" t="t"/>
              <a:pathLst>
                <a:path extrusionOk="0" h="1792" w="2204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32"/>
            <p:cNvSpPr/>
            <p:nvPr/>
          </p:nvSpPr>
          <p:spPr>
            <a:xfrm>
              <a:off x="1371622" y="3532434"/>
              <a:ext cx="70208" cy="56543"/>
            </a:xfrm>
            <a:custGeom>
              <a:rect b="b" l="l" r="r" t="t"/>
              <a:pathLst>
                <a:path extrusionOk="0" h="1775" w="2204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32"/>
            <p:cNvSpPr/>
            <p:nvPr/>
          </p:nvSpPr>
          <p:spPr>
            <a:xfrm>
              <a:off x="1371622" y="3605254"/>
              <a:ext cx="70208" cy="55810"/>
            </a:xfrm>
            <a:custGeom>
              <a:rect b="b" l="l" r="r" t="t"/>
              <a:pathLst>
                <a:path extrusionOk="0" h="1752" w="2204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10650" lIns="110650" spcFirstLastPara="1" rIns="110650" wrap="square" tIns="110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4" name="Google Shape;4944;p32"/>
          <p:cNvGrpSpPr/>
          <p:nvPr/>
        </p:nvGrpSpPr>
        <p:grpSpPr>
          <a:xfrm>
            <a:off x="869148" y="2523953"/>
            <a:ext cx="528107" cy="527687"/>
            <a:chOff x="4000603" y="3317002"/>
            <a:chExt cx="354149" cy="353867"/>
          </a:xfrm>
        </p:grpSpPr>
        <p:sp>
          <p:nvSpPr>
            <p:cNvPr id="4945" name="Google Shape;4945;p32"/>
            <p:cNvSpPr/>
            <p:nvPr/>
          </p:nvSpPr>
          <p:spPr>
            <a:xfrm>
              <a:off x="4000603" y="3317002"/>
              <a:ext cx="354149" cy="353867"/>
            </a:xfrm>
            <a:custGeom>
              <a:rect b="b" l="l" r="r" t="t"/>
              <a:pathLst>
                <a:path extrusionOk="0" h="15071" w="15083">
                  <a:moveTo>
                    <a:pt x="592" y="454"/>
                  </a:moveTo>
                  <a:cubicBezTo>
                    <a:pt x="660" y="454"/>
                    <a:pt x="727" y="496"/>
                    <a:pt x="734" y="579"/>
                  </a:cubicBezTo>
                  <a:lnTo>
                    <a:pt x="734" y="1763"/>
                  </a:lnTo>
                  <a:cubicBezTo>
                    <a:pt x="721" y="2284"/>
                    <a:pt x="1134" y="2729"/>
                    <a:pt x="1663" y="2729"/>
                  </a:cubicBezTo>
                  <a:cubicBezTo>
                    <a:pt x="1671" y="2729"/>
                    <a:pt x="1678" y="2729"/>
                    <a:pt x="1686" y="2728"/>
                  </a:cubicBezTo>
                  <a:cubicBezTo>
                    <a:pt x="2214" y="2728"/>
                    <a:pt x="2638" y="2278"/>
                    <a:pt x="2612" y="1750"/>
                  </a:cubicBezTo>
                  <a:lnTo>
                    <a:pt x="2612" y="1557"/>
                  </a:lnTo>
                  <a:cubicBezTo>
                    <a:pt x="2619" y="1474"/>
                    <a:pt x="2686" y="1432"/>
                    <a:pt x="2754" y="1432"/>
                  </a:cubicBezTo>
                  <a:cubicBezTo>
                    <a:pt x="2822" y="1432"/>
                    <a:pt x="2889" y="1474"/>
                    <a:pt x="2896" y="1557"/>
                  </a:cubicBezTo>
                  <a:lnTo>
                    <a:pt x="2896" y="1738"/>
                  </a:lnTo>
                  <a:cubicBezTo>
                    <a:pt x="2934" y="2432"/>
                    <a:pt x="2381" y="3012"/>
                    <a:pt x="1686" y="3024"/>
                  </a:cubicBezTo>
                  <a:cubicBezTo>
                    <a:pt x="991" y="3024"/>
                    <a:pt x="425" y="2458"/>
                    <a:pt x="450" y="1763"/>
                  </a:cubicBezTo>
                  <a:lnTo>
                    <a:pt x="450" y="579"/>
                  </a:lnTo>
                  <a:cubicBezTo>
                    <a:pt x="457" y="496"/>
                    <a:pt x="524" y="454"/>
                    <a:pt x="592" y="454"/>
                  </a:cubicBezTo>
                  <a:close/>
                  <a:moveTo>
                    <a:pt x="7554" y="4389"/>
                  </a:moveTo>
                  <a:cubicBezTo>
                    <a:pt x="8622" y="4389"/>
                    <a:pt x="9498" y="5251"/>
                    <a:pt x="9498" y="6332"/>
                  </a:cubicBezTo>
                  <a:lnTo>
                    <a:pt x="9498" y="6589"/>
                  </a:lnTo>
                  <a:lnTo>
                    <a:pt x="5611" y="6589"/>
                  </a:lnTo>
                  <a:lnTo>
                    <a:pt x="5611" y="6332"/>
                  </a:lnTo>
                  <a:cubicBezTo>
                    <a:pt x="5611" y="5251"/>
                    <a:pt x="6473" y="4389"/>
                    <a:pt x="7554" y="4389"/>
                  </a:cubicBezTo>
                  <a:close/>
                  <a:moveTo>
                    <a:pt x="7554" y="2819"/>
                  </a:moveTo>
                  <a:cubicBezTo>
                    <a:pt x="9459" y="2819"/>
                    <a:pt x="11003" y="4389"/>
                    <a:pt x="10965" y="6306"/>
                  </a:cubicBezTo>
                  <a:lnTo>
                    <a:pt x="10965" y="6589"/>
                  </a:lnTo>
                  <a:lnTo>
                    <a:pt x="9935" y="6589"/>
                  </a:lnTo>
                  <a:lnTo>
                    <a:pt x="9935" y="6332"/>
                  </a:lnTo>
                  <a:cubicBezTo>
                    <a:pt x="9974" y="4993"/>
                    <a:pt x="8893" y="3887"/>
                    <a:pt x="7554" y="3887"/>
                  </a:cubicBezTo>
                  <a:cubicBezTo>
                    <a:pt x="6203" y="3887"/>
                    <a:pt x="5122" y="4993"/>
                    <a:pt x="5161" y="6332"/>
                  </a:cubicBezTo>
                  <a:lnTo>
                    <a:pt x="5161" y="6589"/>
                  </a:lnTo>
                  <a:lnTo>
                    <a:pt x="4144" y="6589"/>
                  </a:lnTo>
                  <a:lnTo>
                    <a:pt x="4144" y="6306"/>
                  </a:lnTo>
                  <a:cubicBezTo>
                    <a:pt x="4092" y="4389"/>
                    <a:pt x="5637" y="2819"/>
                    <a:pt x="7554" y="2819"/>
                  </a:cubicBezTo>
                  <a:close/>
                  <a:moveTo>
                    <a:pt x="11402" y="7979"/>
                  </a:moveTo>
                  <a:cubicBezTo>
                    <a:pt x="11634" y="8069"/>
                    <a:pt x="11775" y="8288"/>
                    <a:pt x="11775" y="8520"/>
                  </a:cubicBezTo>
                  <a:lnTo>
                    <a:pt x="11775" y="8558"/>
                  </a:lnTo>
                  <a:cubicBezTo>
                    <a:pt x="11775" y="8790"/>
                    <a:pt x="11634" y="9009"/>
                    <a:pt x="11402" y="9099"/>
                  </a:cubicBezTo>
                  <a:lnTo>
                    <a:pt x="11402" y="7979"/>
                  </a:lnTo>
                  <a:close/>
                  <a:moveTo>
                    <a:pt x="3694" y="8018"/>
                  </a:moveTo>
                  <a:lnTo>
                    <a:pt x="3694" y="9150"/>
                  </a:lnTo>
                  <a:cubicBezTo>
                    <a:pt x="3462" y="9047"/>
                    <a:pt x="3320" y="8841"/>
                    <a:pt x="3320" y="8597"/>
                  </a:cubicBezTo>
                  <a:lnTo>
                    <a:pt x="3320" y="8571"/>
                  </a:lnTo>
                  <a:cubicBezTo>
                    <a:pt x="3320" y="8327"/>
                    <a:pt x="3462" y="8108"/>
                    <a:pt x="3694" y="8018"/>
                  </a:cubicBezTo>
                  <a:close/>
                  <a:moveTo>
                    <a:pt x="8880" y="13925"/>
                  </a:moveTo>
                  <a:lnTo>
                    <a:pt x="8880" y="14131"/>
                  </a:lnTo>
                  <a:cubicBezTo>
                    <a:pt x="8880" y="14401"/>
                    <a:pt x="8648" y="14620"/>
                    <a:pt x="8378" y="14632"/>
                  </a:cubicBezTo>
                  <a:lnTo>
                    <a:pt x="6705" y="14632"/>
                  </a:lnTo>
                  <a:cubicBezTo>
                    <a:pt x="6435" y="14632"/>
                    <a:pt x="6216" y="14401"/>
                    <a:pt x="6216" y="14131"/>
                  </a:cubicBezTo>
                  <a:lnTo>
                    <a:pt x="6216" y="13925"/>
                  </a:lnTo>
                  <a:close/>
                  <a:moveTo>
                    <a:pt x="14491" y="0"/>
                  </a:moveTo>
                  <a:cubicBezTo>
                    <a:pt x="14169" y="0"/>
                    <a:pt x="13912" y="258"/>
                    <a:pt x="13912" y="579"/>
                  </a:cubicBezTo>
                  <a:lnTo>
                    <a:pt x="13912" y="1763"/>
                  </a:lnTo>
                  <a:cubicBezTo>
                    <a:pt x="13899" y="2046"/>
                    <a:pt x="13680" y="2265"/>
                    <a:pt x="13397" y="2265"/>
                  </a:cubicBezTo>
                  <a:cubicBezTo>
                    <a:pt x="13127" y="2252"/>
                    <a:pt x="12908" y="2021"/>
                    <a:pt x="12908" y="1750"/>
                  </a:cubicBezTo>
                  <a:lnTo>
                    <a:pt x="12908" y="1557"/>
                  </a:lnTo>
                  <a:cubicBezTo>
                    <a:pt x="12908" y="1184"/>
                    <a:pt x="12615" y="998"/>
                    <a:pt x="12322" y="998"/>
                  </a:cubicBezTo>
                  <a:cubicBezTo>
                    <a:pt x="12030" y="998"/>
                    <a:pt x="11737" y="1184"/>
                    <a:pt x="11737" y="1557"/>
                  </a:cubicBezTo>
                  <a:lnTo>
                    <a:pt x="11737" y="1738"/>
                  </a:lnTo>
                  <a:cubicBezTo>
                    <a:pt x="11737" y="2561"/>
                    <a:pt x="12342" y="3269"/>
                    <a:pt x="13152" y="3411"/>
                  </a:cubicBezTo>
                  <a:lnTo>
                    <a:pt x="13152" y="7554"/>
                  </a:lnTo>
                  <a:cubicBezTo>
                    <a:pt x="13152" y="8083"/>
                    <a:pt x="12685" y="8353"/>
                    <a:pt x="12220" y="8353"/>
                  </a:cubicBezTo>
                  <a:cubicBezTo>
                    <a:pt x="12209" y="8353"/>
                    <a:pt x="12198" y="8353"/>
                    <a:pt x="12187" y="8352"/>
                  </a:cubicBezTo>
                  <a:cubicBezTo>
                    <a:pt x="12097" y="7940"/>
                    <a:pt x="11788" y="7632"/>
                    <a:pt x="11389" y="7542"/>
                  </a:cubicBezTo>
                  <a:lnTo>
                    <a:pt x="11389" y="6319"/>
                  </a:lnTo>
                  <a:cubicBezTo>
                    <a:pt x="11518" y="4105"/>
                    <a:pt x="9755" y="2239"/>
                    <a:pt x="7541" y="2239"/>
                  </a:cubicBezTo>
                  <a:cubicBezTo>
                    <a:pt x="5315" y="2239"/>
                    <a:pt x="3552" y="4105"/>
                    <a:pt x="3681" y="6319"/>
                  </a:cubicBezTo>
                  <a:lnTo>
                    <a:pt x="3681" y="7554"/>
                  </a:lnTo>
                  <a:cubicBezTo>
                    <a:pt x="3295" y="7644"/>
                    <a:pt x="2986" y="7940"/>
                    <a:pt x="2896" y="8339"/>
                  </a:cubicBezTo>
                  <a:cubicBezTo>
                    <a:pt x="2885" y="8340"/>
                    <a:pt x="2874" y="8340"/>
                    <a:pt x="2863" y="8340"/>
                  </a:cubicBezTo>
                  <a:cubicBezTo>
                    <a:pt x="2397" y="8340"/>
                    <a:pt x="1930" y="8070"/>
                    <a:pt x="1930" y="7542"/>
                  </a:cubicBezTo>
                  <a:lnTo>
                    <a:pt x="1930" y="3411"/>
                  </a:lnTo>
                  <a:cubicBezTo>
                    <a:pt x="2741" y="3269"/>
                    <a:pt x="3333" y="2561"/>
                    <a:pt x="3333" y="1738"/>
                  </a:cubicBezTo>
                  <a:lnTo>
                    <a:pt x="3333" y="1557"/>
                  </a:lnTo>
                  <a:cubicBezTo>
                    <a:pt x="3333" y="1178"/>
                    <a:pt x="3040" y="988"/>
                    <a:pt x="2748" y="988"/>
                  </a:cubicBezTo>
                  <a:cubicBezTo>
                    <a:pt x="2455" y="988"/>
                    <a:pt x="2162" y="1178"/>
                    <a:pt x="2162" y="1557"/>
                  </a:cubicBezTo>
                  <a:lnTo>
                    <a:pt x="2162" y="1750"/>
                  </a:lnTo>
                  <a:cubicBezTo>
                    <a:pt x="2175" y="2021"/>
                    <a:pt x="1956" y="2239"/>
                    <a:pt x="1686" y="2252"/>
                  </a:cubicBezTo>
                  <a:cubicBezTo>
                    <a:pt x="1678" y="2253"/>
                    <a:pt x="1671" y="2253"/>
                    <a:pt x="1663" y="2253"/>
                  </a:cubicBezTo>
                  <a:cubicBezTo>
                    <a:pt x="1391" y="2253"/>
                    <a:pt x="1171" y="2026"/>
                    <a:pt x="1171" y="1763"/>
                  </a:cubicBezTo>
                  <a:lnTo>
                    <a:pt x="1171" y="579"/>
                  </a:lnTo>
                  <a:cubicBezTo>
                    <a:pt x="1171" y="206"/>
                    <a:pt x="878" y="19"/>
                    <a:pt x="586" y="19"/>
                  </a:cubicBezTo>
                  <a:cubicBezTo>
                    <a:pt x="293" y="19"/>
                    <a:pt x="0" y="206"/>
                    <a:pt x="0" y="579"/>
                  </a:cubicBezTo>
                  <a:lnTo>
                    <a:pt x="0" y="1763"/>
                  </a:lnTo>
                  <a:cubicBezTo>
                    <a:pt x="13" y="2613"/>
                    <a:pt x="643" y="3320"/>
                    <a:pt x="1493" y="3423"/>
                  </a:cubicBezTo>
                  <a:lnTo>
                    <a:pt x="1493" y="7554"/>
                  </a:lnTo>
                  <a:cubicBezTo>
                    <a:pt x="1493" y="8329"/>
                    <a:pt x="2144" y="8790"/>
                    <a:pt x="2866" y="8790"/>
                  </a:cubicBezTo>
                  <a:cubicBezTo>
                    <a:pt x="2876" y="8790"/>
                    <a:pt x="2886" y="8790"/>
                    <a:pt x="2896" y="8790"/>
                  </a:cubicBezTo>
                  <a:cubicBezTo>
                    <a:pt x="2973" y="9202"/>
                    <a:pt x="3282" y="9511"/>
                    <a:pt x="3681" y="9601"/>
                  </a:cubicBezTo>
                  <a:lnTo>
                    <a:pt x="3681" y="10360"/>
                  </a:lnTo>
                  <a:cubicBezTo>
                    <a:pt x="3681" y="10501"/>
                    <a:pt x="3793" y="10572"/>
                    <a:pt x="3906" y="10572"/>
                  </a:cubicBezTo>
                  <a:cubicBezTo>
                    <a:pt x="4018" y="10572"/>
                    <a:pt x="4131" y="10501"/>
                    <a:pt x="4131" y="10360"/>
                  </a:cubicBezTo>
                  <a:lnTo>
                    <a:pt x="4131" y="7040"/>
                  </a:lnTo>
                  <a:lnTo>
                    <a:pt x="10952" y="7040"/>
                  </a:lnTo>
                  <a:lnTo>
                    <a:pt x="10952" y="11956"/>
                  </a:lnTo>
                  <a:cubicBezTo>
                    <a:pt x="10952" y="12805"/>
                    <a:pt x="10270" y="13487"/>
                    <a:pt x="9433" y="13487"/>
                  </a:cubicBezTo>
                  <a:lnTo>
                    <a:pt x="5650" y="13487"/>
                  </a:lnTo>
                  <a:cubicBezTo>
                    <a:pt x="4813" y="13487"/>
                    <a:pt x="4131" y="12805"/>
                    <a:pt x="4131" y="11956"/>
                  </a:cubicBezTo>
                  <a:lnTo>
                    <a:pt x="4131" y="11518"/>
                  </a:lnTo>
                  <a:cubicBezTo>
                    <a:pt x="4131" y="11370"/>
                    <a:pt x="4022" y="11296"/>
                    <a:pt x="3912" y="11296"/>
                  </a:cubicBezTo>
                  <a:cubicBezTo>
                    <a:pt x="3803" y="11296"/>
                    <a:pt x="3694" y="11370"/>
                    <a:pt x="3694" y="11518"/>
                  </a:cubicBezTo>
                  <a:lnTo>
                    <a:pt x="3694" y="11956"/>
                  </a:lnTo>
                  <a:cubicBezTo>
                    <a:pt x="3706" y="13057"/>
                    <a:pt x="4595" y="13927"/>
                    <a:pt x="5673" y="13927"/>
                  </a:cubicBezTo>
                  <a:cubicBezTo>
                    <a:pt x="5704" y="13927"/>
                    <a:pt x="5734" y="13926"/>
                    <a:pt x="5765" y="13925"/>
                  </a:cubicBezTo>
                  <a:lnTo>
                    <a:pt x="5765" y="14131"/>
                  </a:lnTo>
                  <a:cubicBezTo>
                    <a:pt x="5765" y="14645"/>
                    <a:pt x="6190" y="15070"/>
                    <a:pt x="6705" y="15070"/>
                  </a:cubicBezTo>
                  <a:lnTo>
                    <a:pt x="8378" y="15070"/>
                  </a:lnTo>
                  <a:cubicBezTo>
                    <a:pt x="8893" y="15070"/>
                    <a:pt x="9317" y="14645"/>
                    <a:pt x="9317" y="14131"/>
                  </a:cubicBezTo>
                  <a:lnTo>
                    <a:pt x="9317" y="13925"/>
                  </a:lnTo>
                  <a:cubicBezTo>
                    <a:pt x="9348" y="13926"/>
                    <a:pt x="9379" y="13927"/>
                    <a:pt x="9410" y="13927"/>
                  </a:cubicBezTo>
                  <a:cubicBezTo>
                    <a:pt x="10488" y="13927"/>
                    <a:pt x="11377" y="13057"/>
                    <a:pt x="11402" y="11956"/>
                  </a:cubicBezTo>
                  <a:lnTo>
                    <a:pt x="11402" y="9575"/>
                  </a:lnTo>
                  <a:cubicBezTo>
                    <a:pt x="11788" y="9485"/>
                    <a:pt x="12097" y="9176"/>
                    <a:pt x="12187" y="8777"/>
                  </a:cubicBezTo>
                  <a:cubicBezTo>
                    <a:pt x="12207" y="8778"/>
                    <a:pt x="12226" y="8778"/>
                    <a:pt x="12245" y="8778"/>
                  </a:cubicBezTo>
                  <a:cubicBezTo>
                    <a:pt x="12956" y="8778"/>
                    <a:pt x="13590" y="8319"/>
                    <a:pt x="13590" y="7554"/>
                  </a:cubicBezTo>
                  <a:lnTo>
                    <a:pt x="13590" y="3411"/>
                  </a:lnTo>
                  <a:cubicBezTo>
                    <a:pt x="13796" y="3398"/>
                    <a:pt x="14002" y="3333"/>
                    <a:pt x="14195" y="3230"/>
                  </a:cubicBezTo>
                  <a:cubicBezTo>
                    <a:pt x="14413" y="3110"/>
                    <a:pt x="14298" y="2814"/>
                    <a:pt x="14100" y="2814"/>
                  </a:cubicBezTo>
                  <a:cubicBezTo>
                    <a:pt x="14065" y="2814"/>
                    <a:pt x="14028" y="2823"/>
                    <a:pt x="13989" y="2844"/>
                  </a:cubicBezTo>
                  <a:cubicBezTo>
                    <a:pt x="13802" y="2944"/>
                    <a:pt x="13605" y="2989"/>
                    <a:pt x="13413" y="2989"/>
                  </a:cubicBezTo>
                  <a:cubicBezTo>
                    <a:pt x="12762" y="2989"/>
                    <a:pt x="12167" y="2463"/>
                    <a:pt x="12187" y="1738"/>
                  </a:cubicBezTo>
                  <a:lnTo>
                    <a:pt x="12187" y="1557"/>
                  </a:lnTo>
                  <a:cubicBezTo>
                    <a:pt x="12194" y="1467"/>
                    <a:pt x="12261" y="1422"/>
                    <a:pt x="12329" y="1422"/>
                  </a:cubicBezTo>
                  <a:cubicBezTo>
                    <a:pt x="12396" y="1422"/>
                    <a:pt x="12464" y="1467"/>
                    <a:pt x="12470" y="1557"/>
                  </a:cubicBezTo>
                  <a:lnTo>
                    <a:pt x="12470" y="1750"/>
                  </a:lnTo>
                  <a:cubicBezTo>
                    <a:pt x="12470" y="2265"/>
                    <a:pt x="12882" y="2690"/>
                    <a:pt x="13397" y="2690"/>
                  </a:cubicBezTo>
                  <a:cubicBezTo>
                    <a:pt x="13925" y="2690"/>
                    <a:pt x="14349" y="2278"/>
                    <a:pt x="14349" y="1763"/>
                  </a:cubicBezTo>
                  <a:lnTo>
                    <a:pt x="14349" y="579"/>
                  </a:lnTo>
                  <a:cubicBezTo>
                    <a:pt x="14356" y="496"/>
                    <a:pt x="14423" y="454"/>
                    <a:pt x="14491" y="454"/>
                  </a:cubicBezTo>
                  <a:cubicBezTo>
                    <a:pt x="14558" y="454"/>
                    <a:pt x="14626" y="496"/>
                    <a:pt x="14632" y="579"/>
                  </a:cubicBezTo>
                  <a:lnTo>
                    <a:pt x="14632" y="1763"/>
                  </a:lnTo>
                  <a:cubicBezTo>
                    <a:pt x="14632" y="1892"/>
                    <a:pt x="14620" y="2033"/>
                    <a:pt x="14568" y="2162"/>
                  </a:cubicBezTo>
                  <a:cubicBezTo>
                    <a:pt x="14512" y="2331"/>
                    <a:pt x="14651" y="2449"/>
                    <a:pt x="14788" y="2449"/>
                  </a:cubicBezTo>
                  <a:cubicBezTo>
                    <a:pt x="14871" y="2449"/>
                    <a:pt x="14954" y="2406"/>
                    <a:pt x="14993" y="2304"/>
                  </a:cubicBezTo>
                  <a:cubicBezTo>
                    <a:pt x="15044" y="2124"/>
                    <a:pt x="15083" y="1943"/>
                    <a:pt x="15083" y="1763"/>
                  </a:cubicBezTo>
                  <a:lnTo>
                    <a:pt x="15083" y="579"/>
                  </a:lnTo>
                  <a:cubicBezTo>
                    <a:pt x="15083" y="258"/>
                    <a:pt x="14813" y="0"/>
                    <a:pt x="144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32"/>
            <p:cNvSpPr/>
            <p:nvPr/>
          </p:nvSpPr>
          <p:spPr>
            <a:xfrm>
              <a:off x="4156205" y="3439966"/>
              <a:ext cx="10308" cy="24584"/>
            </a:xfrm>
            <a:custGeom>
              <a:rect b="b" l="l" r="r" t="t"/>
              <a:pathLst>
                <a:path extrusionOk="0" h="1047" w="439">
                  <a:moveTo>
                    <a:pt x="219" y="1"/>
                  </a:moveTo>
                  <a:lnTo>
                    <a:pt x="219" y="14"/>
                  </a:lnTo>
                  <a:cubicBezTo>
                    <a:pt x="104" y="14"/>
                    <a:pt x="1" y="104"/>
                    <a:pt x="1" y="233"/>
                  </a:cubicBezTo>
                  <a:lnTo>
                    <a:pt x="1" y="825"/>
                  </a:lnTo>
                  <a:cubicBezTo>
                    <a:pt x="1" y="973"/>
                    <a:pt x="110" y="1047"/>
                    <a:pt x="219" y="1047"/>
                  </a:cubicBezTo>
                  <a:cubicBezTo>
                    <a:pt x="329" y="1047"/>
                    <a:pt x="438" y="973"/>
                    <a:pt x="438" y="825"/>
                  </a:cubicBezTo>
                  <a:lnTo>
                    <a:pt x="438" y="233"/>
                  </a:lnTo>
                  <a:cubicBezTo>
                    <a:pt x="438" y="104"/>
                    <a:pt x="348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32"/>
            <p:cNvSpPr/>
            <p:nvPr/>
          </p:nvSpPr>
          <p:spPr>
            <a:xfrm>
              <a:off x="4188842" y="3439966"/>
              <a:ext cx="10308" cy="24584"/>
            </a:xfrm>
            <a:custGeom>
              <a:rect b="b" l="l" r="r" t="t"/>
              <a:pathLst>
                <a:path extrusionOk="0" h="1047" w="439">
                  <a:moveTo>
                    <a:pt x="219" y="1"/>
                  </a:moveTo>
                  <a:lnTo>
                    <a:pt x="219" y="14"/>
                  </a:lnTo>
                  <a:cubicBezTo>
                    <a:pt x="91" y="14"/>
                    <a:pt x="1" y="104"/>
                    <a:pt x="1" y="233"/>
                  </a:cubicBezTo>
                  <a:lnTo>
                    <a:pt x="1" y="825"/>
                  </a:lnTo>
                  <a:cubicBezTo>
                    <a:pt x="1" y="973"/>
                    <a:pt x="110" y="1047"/>
                    <a:pt x="219" y="1047"/>
                  </a:cubicBezTo>
                  <a:cubicBezTo>
                    <a:pt x="329" y="1047"/>
                    <a:pt x="438" y="973"/>
                    <a:pt x="438" y="825"/>
                  </a:cubicBezTo>
                  <a:lnTo>
                    <a:pt x="438" y="233"/>
                  </a:lnTo>
                  <a:cubicBezTo>
                    <a:pt x="438" y="104"/>
                    <a:pt x="335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32"/>
            <p:cNvSpPr/>
            <p:nvPr/>
          </p:nvSpPr>
          <p:spPr>
            <a:xfrm>
              <a:off x="4114810" y="3499816"/>
              <a:ext cx="81922" cy="76451"/>
            </a:xfrm>
            <a:custGeom>
              <a:rect b="b" l="l" r="r" t="t"/>
              <a:pathLst>
                <a:path extrusionOk="0" h="3256" w="3489">
                  <a:moveTo>
                    <a:pt x="3025" y="450"/>
                  </a:moveTo>
                  <a:cubicBezTo>
                    <a:pt x="3038" y="450"/>
                    <a:pt x="3051" y="463"/>
                    <a:pt x="3051" y="476"/>
                  </a:cubicBezTo>
                  <a:lnTo>
                    <a:pt x="3051" y="2793"/>
                  </a:lnTo>
                  <a:cubicBezTo>
                    <a:pt x="3051" y="2806"/>
                    <a:pt x="3038" y="2806"/>
                    <a:pt x="3025" y="2806"/>
                  </a:cubicBezTo>
                  <a:lnTo>
                    <a:pt x="464" y="2806"/>
                  </a:lnTo>
                  <a:cubicBezTo>
                    <a:pt x="451" y="2806"/>
                    <a:pt x="438" y="2806"/>
                    <a:pt x="438" y="2793"/>
                  </a:cubicBezTo>
                  <a:lnTo>
                    <a:pt x="438" y="476"/>
                  </a:lnTo>
                  <a:cubicBezTo>
                    <a:pt x="438" y="463"/>
                    <a:pt x="451" y="450"/>
                    <a:pt x="464" y="450"/>
                  </a:cubicBezTo>
                  <a:close/>
                  <a:moveTo>
                    <a:pt x="464" y="0"/>
                  </a:moveTo>
                  <a:cubicBezTo>
                    <a:pt x="207" y="0"/>
                    <a:pt x="1" y="219"/>
                    <a:pt x="1" y="476"/>
                  </a:cubicBezTo>
                  <a:lnTo>
                    <a:pt x="1" y="2793"/>
                  </a:lnTo>
                  <a:cubicBezTo>
                    <a:pt x="1" y="3050"/>
                    <a:pt x="207" y="3256"/>
                    <a:pt x="464" y="3256"/>
                  </a:cubicBezTo>
                  <a:lnTo>
                    <a:pt x="3025" y="3256"/>
                  </a:lnTo>
                  <a:cubicBezTo>
                    <a:pt x="3282" y="3256"/>
                    <a:pt x="3488" y="3050"/>
                    <a:pt x="3488" y="2793"/>
                  </a:cubicBezTo>
                  <a:lnTo>
                    <a:pt x="3488" y="476"/>
                  </a:lnTo>
                  <a:cubicBezTo>
                    <a:pt x="3488" y="219"/>
                    <a:pt x="3282" y="0"/>
                    <a:pt x="3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32"/>
            <p:cNvSpPr/>
            <p:nvPr/>
          </p:nvSpPr>
          <p:spPr>
            <a:xfrm>
              <a:off x="4207884" y="3512190"/>
              <a:ext cx="12703" cy="10308"/>
            </a:xfrm>
            <a:custGeom>
              <a:rect b="b" l="l" r="r" t="t"/>
              <a:pathLst>
                <a:path extrusionOk="0" h="439" w="541">
                  <a:moveTo>
                    <a:pt x="271" y="1"/>
                  </a:moveTo>
                  <a:cubicBezTo>
                    <a:pt x="0" y="26"/>
                    <a:pt x="0" y="413"/>
                    <a:pt x="271" y="438"/>
                  </a:cubicBezTo>
                  <a:cubicBezTo>
                    <a:pt x="541" y="413"/>
                    <a:pt x="541" y="26"/>
                    <a:pt x="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32"/>
            <p:cNvSpPr/>
            <p:nvPr/>
          </p:nvSpPr>
          <p:spPr>
            <a:xfrm>
              <a:off x="4207274" y="3533040"/>
              <a:ext cx="13618" cy="10308"/>
            </a:xfrm>
            <a:custGeom>
              <a:rect b="b" l="l" r="r" t="t"/>
              <a:pathLst>
                <a:path extrusionOk="0" h="439" w="580">
                  <a:moveTo>
                    <a:pt x="308" y="0"/>
                  </a:moveTo>
                  <a:cubicBezTo>
                    <a:pt x="305" y="0"/>
                    <a:pt x="301" y="0"/>
                    <a:pt x="297" y="1"/>
                  </a:cubicBezTo>
                  <a:cubicBezTo>
                    <a:pt x="1" y="1"/>
                    <a:pt x="1" y="438"/>
                    <a:pt x="297" y="438"/>
                  </a:cubicBezTo>
                  <a:cubicBezTo>
                    <a:pt x="576" y="438"/>
                    <a:pt x="580" y="0"/>
                    <a:pt x="3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32"/>
            <p:cNvSpPr/>
            <p:nvPr/>
          </p:nvSpPr>
          <p:spPr>
            <a:xfrm>
              <a:off x="4207274" y="3553585"/>
              <a:ext cx="13618" cy="10308"/>
            </a:xfrm>
            <a:custGeom>
              <a:rect b="b" l="l" r="r" t="t"/>
              <a:pathLst>
                <a:path extrusionOk="0" h="439" w="580">
                  <a:moveTo>
                    <a:pt x="297" y="1"/>
                  </a:moveTo>
                  <a:cubicBezTo>
                    <a:pt x="1" y="1"/>
                    <a:pt x="1" y="438"/>
                    <a:pt x="297" y="438"/>
                  </a:cubicBezTo>
                  <a:cubicBezTo>
                    <a:pt x="580" y="438"/>
                    <a:pt x="580" y="1"/>
                    <a:pt x="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32"/>
            <p:cNvSpPr/>
            <p:nvPr/>
          </p:nvSpPr>
          <p:spPr>
            <a:xfrm>
              <a:off x="4229040" y="3512190"/>
              <a:ext cx="13008" cy="10308"/>
            </a:xfrm>
            <a:custGeom>
              <a:rect b="b" l="l" r="r" t="t"/>
              <a:pathLst>
                <a:path extrusionOk="0" h="439" w="554">
                  <a:moveTo>
                    <a:pt x="283" y="1"/>
                  </a:moveTo>
                  <a:cubicBezTo>
                    <a:pt x="0" y="26"/>
                    <a:pt x="0" y="413"/>
                    <a:pt x="283" y="438"/>
                  </a:cubicBezTo>
                  <a:cubicBezTo>
                    <a:pt x="554" y="413"/>
                    <a:pt x="554" y="26"/>
                    <a:pt x="2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32"/>
            <p:cNvSpPr/>
            <p:nvPr/>
          </p:nvSpPr>
          <p:spPr>
            <a:xfrm>
              <a:off x="4228735" y="3533040"/>
              <a:ext cx="13618" cy="10308"/>
            </a:xfrm>
            <a:custGeom>
              <a:rect b="b" l="l" r="r" t="t"/>
              <a:pathLst>
                <a:path extrusionOk="0" h="439" w="580">
                  <a:moveTo>
                    <a:pt x="308" y="0"/>
                  </a:moveTo>
                  <a:cubicBezTo>
                    <a:pt x="304" y="0"/>
                    <a:pt x="300" y="0"/>
                    <a:pt x="296" y="1"/>
                  </a:cubicBezTo>
                  <a:cubicBezTo>
                    <a:pt x="0" y="1"/>
                    <a:pt x="0" y="438"/>
                    <a:pt x="296" y="438"/>
                  </a:cubicBezTo>
                  <a:cubicBezTo>
                    <a:pt x="575" y="438"/>
                    <a:pt x="579" y="0"/>
                    <a:pt x="3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32"/>
            <p:cNvSpPr/>
            <p:nvPr/>
          </p:nvSpPr>
          <p:spPr>
            <a:xfrm>
              <a:off x="4228735" y="3553585"/>
              <a:ext cx="13618" cy="10308"/>
            </a:xfrm>
            <a:custGeom>
              <a:rect b="b" l="l" r="r" t="t"/>
              <a:pathLst>
                <a:path extrusionOk="0" h="439" w="580">
                  <a:moveTo>
                    <a:pt x="296" y="1"/>
                  </a:moveTo>
                  <a:cubicBezTo>
                    <a:pt x="0" y="1"/>
                    <a:pt x="0" y="438"/>
                    <a:pt x="296" y="438"/>
                  </a:cubicBezTo>
                  <a:cubicBezTo>
                    <a:pt x="579" y="438"/>
                    <a:pt x="579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32"/>
            <p:cNvSpPr/>
            <p:nvPr/>
          </p:nvSpPr>
          <p:spPr>
            <a:xfrm>
              <a:off x="4132936" y="3517943"/>
              <a:ext cx="45669" cy="40362"/>
            </a:xfrm>
            <a:custGeom>
              <a:rect b="b" l="l" r="r" t="t"/>
              <a:pathLst>
                <a:path extrusionOk="0" h="1719" w="1945">
                  <a:moveTo>
                    <a:pt x="1313" y="438"/>
                  </a:moveTo>
                  <a:cubicBezTo>
                    <a:pt x="1416" y="438"/>
                    <a:pt x="1506" y="528"/>
                    <a:pt x="1506" y="631"/>
                  </a:cubicBezTo>
                  <a:cubicBezTo>
                    <a:pt x="1506" y="888"/>
                    <a:pt x="1172" y="1133"/>
                    <a:pt x="979" y="1249"/>
                  </a:cubicBezTo>
                  <a:cubicBezTo>
                    <a:pt x="760" y="1133"/>
                    <a:pt x="451" y="901"/>
                    <a:pt x="451" y="631"/>
                  </a:cubicBezTo>
                  <a:cubicBezTo>
                    <a:pt x="438" y="528"/>
                    <a:pt x="528" y="438"/>
                    <a:pt x="631" y="438"/>
                  </a:cubicBezTo>
                  <a:cubicBezTo>
                    <a:pt x="709" y="438"/>
                    <a:pt x="889" y="579"/>
                    <a:pt x="979" y="618"/>
                  </a:cubicBezTo>
                  <a:cubicBezTo>
                    <a:pt x="1120" y="618"/>
                    <a:pt x="1159" y="438"/>
                    <a:pt x="1313" y="438"/>
                  </a:cubicBezTo>
                  <a:close/>
                  <a:moveTo>
                    <a:pt x="631" y="0"/>
                  </a:moveTo>
                  <a:cubicBezTo>
                    <a:pt x="284" y="0"/>
                    <a:pt x="1" y="283"/>
                    <a:pt x="1" y="631"/>
                  </a:cubicBezTo>
                  <a:cubicBezTo>
                    <a:pt x="1" y="1300"/>
                    <a:pt x="850" y="1686"/>
                    <a:pt x="889" y="1699"/>
                  </a:cubicBezTo>
                  <a:cubicBezTo>
                    <a:pt x="915" y="1712"/>
                    <a:pt x="943" y="1718"/>
                    <a:pt x="974" y="1718"/>
                  </a:cubicBezTo>
                  <a:cubicBezTo>
                    <a:pt x="1005" y="1718"/>
                    <a:pt x="1037" y="1712"/>
                    <a:pt x="1069" y="1699"/>
                  </a:cubicBezTo>
                  <a:cubicBezTo>
                    <a:pt x="1223" y="1622"/>
                    <a:pt x="1365" y="1532"/>
                    <a:pt x="1494" y="1429"/>
                  </a:cubicBezTo>
                  <a:cubicBezTo>
                    <a:pt x="1790" y="1197"/>
                    <a:pt x="1944" y="914"/>
                    <a:pt x="1944" y="631"/>
                  </a:cubicBezTo>
                  <a:cubicBezTo>
                    <a:pt x="1944" y="283"/>
                    <a:pt x="1661" y="0"/>
                    <a:pt x="1313" y="0"/>
                  </a:cubicBezTo>
                  <a:cubicBezTo>
                    <a:pt x="1210" y="65"/>
                    <a:pt x="1091" y="97"/>
                    <a:pt x="972" y="97"/>
                  </a:cubicBezTo>
                  <a:cubicBezTo>
                    <a:pt x="853" y="97"/>
                    <a:pt x="734" y="65"/>
                    <a:pt x="6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32"/>
            <p:cNvSpPr/>
            <p:nvPr/>
          </p:nvSpPr>
          <p:spPr>
            <a:xfrm>
              <a:off x="4123568" y="3588946"/>
              <a:ext cx="111530" cy="31134"/>
            </a:xfrm>
            <a:custGeom>
              <a:rect b="b" l="l" r="r" t="t"/>
              <a:pathLst>
                <a:path extrusionOk="0" h="1326" w="4750">
                  <a:moveTo>
                    <a:pt x="3862" y="438"/>
                  </a:moveTo>
                  <a:cubicBezTo>
                    <a:pt x="3990" y="438"/>
                    <a:pt x="4080" y="541"/>
                    <a:pt x="4080" y="657"/>
                  </a:cubicBezTo>
                  <a:cubicBezTo>
                    <a:pt x="4080" y="786"/>
                    <a:pt x="3990" y="876"/>
                    <a:pt x="3862" y="876"/>
                  </a:cubicBezTo>
                  <a:lnTo>
                    <a:pt x="657" y="876"/>
                  </a:lnTo>
                  <a:cubicBezTo>
                    <a:pt x="361" y="876"/>
                    <a:pt x="361" y="438"/>
                    <a:pt x="657" y="438"/>
                  </a:cubicBezTo>
                  <a:close/>
                  <a:moveTo>
                    <a:pt x="657" y="0"/>
                  </a:moveTo>
                  <a:cubicBezTo>
                    <a:pt x="297" y="0"/>
                    <a:pt x="1" y="296"/>
                    <a:pt x="1" y="657"/>
                  </a:cubicBezTo>
                  <a:cubicBezTo>
                    <a:pt x="1" y="1030"/>
                    <a:pt x="297" y="1326"/>
                    <a:pt x="657" y="1326"/>
                  </a:cubicBezTo>
                  <a:lnTo>
                    <a:pt x="3862" y="1326"/>
                  </a:lnTo>
                  <a:cubicBezTo>
                    <a:pt x="4750" y="1326"/>
                    <a:pt x="4750" y="0"/>
                    <a:pt x="3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6325" lIns="136325" spcFirstLastPara="1" rIns="136325" wrap="square" tIns="136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0" name="Shape 4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1" name="Google Shape;4961;p33"/>
          <p:cNvSpPr/>
          <p:nvPr/>
        </p:nvSpPr>
        <p:spPr>
          <a:xfrm>
            <a:off x="910600" y="1577825"/>
            <a:ext cx="7319700" cy="1981800"/>
          </a:xfrm>
          <a:prstGeom prst="roundRect">
            <a:avLst>
              <a:gd fmla="val 24769" name="adj"/>
            </a:avLst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2" name="Google Shape;4962;p33"/>
          <p:cNvSpPr txBox="1"/>
          <p:nvPr>
            <p:ph type="title"/>
          </p:nvPr>
        </p:nvSpPr>
        <p:spPr>
          <a:xfrm>
            <a:off x="1370800" y="2107175"/>
            <a:ext cx="6399300" cy="9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/>
              <a:t>RESULTADO</a:t>
            </a:r>
            <a:endParaRPr sz="6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6" name="Shape 4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7" name="Google Shape;4967;p34" title="Projeto Robótica - Manivela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0125" y="723900"/>
            <a:ext cx="5463090" cy="3557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68" name="Google Shape;4968;p34" title="Robo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125" y="723900"/>
            <a:ext cx="2053026" cy="355727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2" name="Shape 4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3" name="Google Shape;4973;p35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CONCLUSÃO</a:t>
            </a:r>
            <a:endParaRPr/>
          </a:p>
        </p:txBody>
      </p:sp>
      <p:sp>
        <p:nvSpPr>
          <p:cNvPr id="4974" name="Google Shape;4974;p35"/>
          <p:cNvSpPr txBox="1"/>
          <p:nvPr>
            <p:ph idx="1" type="body"/>
          </p:nvPr>
        </p:nvSpPr>
        <p:spPr>
          <a:xfrm>
            <a:off x="621100" y="1152475"/>
            <a:ext cx="79017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Concluímos que, assim como o Manivela, o nosso robô pode até soltar uma peça ou outra no meio do caminho, mas o que importa é alcançarmos o resultado esperado. Este projeto nos mostrou o quão divertido e complexo pode ser a </a:t>
            </a:r>
            <a:r>
              <a:rPr lang="en" sz="1800"/>
              <a:t>confecção</a:t>
            </a:r>
            <a:r>
              <a:rPr lang="en" sz="1800"/>
              <a:t> de um robô, além de contribuir para novos conhecimentos e aprimorar o trabalho em conjunto.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975" name="Google Shape;4975;p35"/>
          <p:cNvSpPr/>
          <p:nvPr/>
        </p:nvSpPr>
        <p:spPr>
          <a:xfrm>
            <a:off x="621000" y="3060375"/>
            <a:ext cx="3887100" cy="1173600"/>
          </a:xfrm>
          <a:prstGeom prst="roundRect">
            <a:avLst>
              <a:gd fmla="val 24769" name="adj"/>
            </a:avLst>
          </a:prstGeom>
          <a:solidFill>
            <a:schemeClr val="lt2"/>
          </a:solidFill>
          <a:ln cap="flat" cmpd="sng" w="9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47955">
              <a:srgbClr val="000000"/>
            </a:outerShdw>
          </a:effectLst>
        </p:spPr>
        <p:txBody>
          <a:bodyPr anchorCtr="0" anchor="ctr" bIns="46000" lIns="46000" spcFirstLastPara="1" rIns="46000" wrap="square" tIns="4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6" name="Google Shape;4976;p35"/>
          <p:cNvSpPr txBox="1"/>
          <p:nvPr>
            <p:ph idx="4294967295" type="subTitle"/>
          </p:nvPr>
        </p:nvSpPr>
        <p:spPr>
          <a:xfrm>
            <a:off x="725075" y="3210000"/>
            <a:ext cx="3730500" cy="842100"/>
          </a:xfrm>
          <a:prstGeom prst="rect">
            <a:avLst/>
          </a:prstGeom>
        </p:spPr>
        <p:txBody>
          <a:bodyPr anchorCtr="0" anchor="t" bIns="46000" lIns="46000" spcFirstLastPara="1" rIns="46000" wrap="square" tIns="4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4"/>
              </a:spcAft>
              <a:buNone/>
            </a:pPr>
            <a:r>
              <a:rPr lang="en" sz="1900"/>
              <a:t>"Eu sou uma obra-prima... de como não se deve montar um robô!"</a:t>
            </a:r>
            <a:endParaRPr sz="1900"/>
          </a:p>
        </p:txBody>
      </p:sp>
      <p:sp>
        <p:nvSpPr>
          <p:cNvPr id="4977" name="Google Shape;4977;p35"/>
          <p:cNvSpPr/>
          <p:nvPr/>
        </p:nvSpPr>
        <p:spPr>
          <a:xfrm>
            <a:off x="4747175" y="3060375"/>
            <a:ext cx="3775800" cy="1173600"/>
          </a:xfrm>
          <a:prstGeom prst="roundRect">
            <a:avLst>
              <a:gd fmla="val 24769" name="adj"/>
            </a:avLst>
          </a:prstGeom>
          <a:solidFill>
            <a:schemeClr val="lt2"/>
          </a:solidFill>
          <a:ln cap="flat" cmpd="sng" w="9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060000" dist="47955">
              <a:srgbClr val="000000"/>
            </a:outerShdw>
          </a:effectLst>
        </p:spPr>
        <p:txBody>
          <a:bodyPr anchorCtr="0" anchor="ctr" bIns="46000" lIns="46000" spcFirstLastPara="1" rIns="46000" wrap="square" tIns="4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8" name="Google Shape;4978;p35"/>
          <p:cNvSpPr txBox="1"/>
          <p:nvPr>
            <p:ph idx="4294967295" type="subTitle"/>
          </p:nvPr>
        </p:nvSpPr>
        <p:spPr>
          <a:xfrm>
            <a:off x="5061175" y="3210000"/>
            <a:ext cx="3100200" cy="842100"/>
          </a:xfrm>
          <a:prstGeom prst="rect">
            <a:avLst/>
          </a:prstGeom>
        </p:spPr>
        <p:txBody>
          <a:bodyPr anchorCtr="0" anchor="t" bIns="46000" lIns="46000" spcFirstLastPara="1" rIns="46000" wrap="square" tIns="46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'Não é um erro de montagem, é estilo próprio!</a:t>
            </a:r>
            <a:endParaRPr sz="1900"/>
          </a:p>
        </p:txBody>
      </p:sp>
      <p:sp>
        <p:nvSpPr>
          <p:cNvPr id="4979" name="Google Shape;4979;p35"/>
          <p:cNvSpPr/>
          <p:nvPr/>
        </p:nvSpPr>
        <p:spPr>
          <a:xfrm>
            <a:off x="3162600" y="4089375"/>
            <a:ext cx="2818500" cy="381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9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4020000" dist="28773">
              <a:srgbClr val="000000"/>
            </a:outerShdw>
          </a:effectLst>
        </p:spPr>
        <p:txBody>
          <a:bodyPr anchorCtr="0" anchor="ctr" bIns="46000" lIns="46000" spcFirstLastPara="1" rIns="46000" wrap="square" tIns="4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0" name="Google Shape;4980;p35"/>
          <p:cNvSpPr txBox="1"/>
          <p:nvPr>
            <p:ph type="title"/>
          </p:nvPr>
        </p:nvSpPr>
        <p:spPr>
          <a:xfrm>
            <a:off x="3385925" y="4089250"/>
            <a:ext cx="2392200" cy="381300"/>
          </a:xfrm>
          <a:prstGeom prst="rect">
            <a:avLst/>
          </a:prstGeom>
        </p:spPr>
        <p:txBody>
          <a:bodyPr anchorCtr="0" anchor="t" bIns="46000" lIns="46000" spcFirstLastPara="1" rIns="46000" wrap="square" tIns="4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88"/>
              <a:t>— MANIVELA (Original)</a:t>
            </a:r>
            <a:endParaRPr sz="1688"/>
          </a:p>
        </p:txBody>
      </p:sp>
      <p:pic>
        <p:nvPicPr>
          <p:cNvPr id="4981" name="Google Shape;49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25" y="3424025"/>
            <a:ext cx="565900" cy="142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p36"/>
          <p:cNvSpPr txBox="1"/>
          <p:nvPr>
            <p:ph type="title"/>
          </p:nvPr>
        </p:nvSpPr>
        <p:spPr>
          <a:xfrm>
            <a:off x="621100" y="368825"/>
            <a:ext cx="790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grpSp>
        <p:nvGrpSpPr>
          <p:cNvPr id="4987" name="Google Shape;4987;p36"/>
          <p:cNvGrpSpPr/>
          <p:nvPr/>
        </p:nvGrpSpPr>
        <p:grpSpPr>
          <a:xfrm>
            <a:off x="2684082" y="1239892"/>
            <a:ext cx="3775732" cy="3134672"/>
            <a:chOff x="4597500" y="1191938"/>
            <a:chExt cx="3324000" cy="2759638"/>
          </a:xfrm>
        </p:grpSpPr>
        <p:sp>
          <p:nvSpPr>
            <p:cNvPr id="4988" name="Google Shape;4988;p36"/>
            <p:cNvSpPr/>
            <p:nvPr/>
          </p:nvSpPr>
          <p:spPr>
            <a:xfrm>
              <a:off x="4597500" y="1191938"/>
              <a:ext cx="3324000" cy="2267700"/>
            </a:xfrm>
            <a:prstGeom prst="roundRect">
              <a:avLst>
                <a:gd fmla="val 4234" name="adj"/>
              </a:avLst>
            </a:prstGeom>
            <a:solidFill>
              <a:schemeClr val="accent1"/>
            </a:solidFill>
            <a:ln cap="flat" cmpd="sng" w="21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3000000" dist="108191">
                <a:srgbClr val="000000"/>
              </a:outerShdw>
            </a:effectLst>
          </p:spPr>
          <p:txBody>
            <a:bodyPr anchorCtr="0" anchor="ctr" bIns="103850" lIns="103850" spcFirstLastPara="1" rIns="103850" wrap="square" tIns="10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36"/>
            <p:cNvSpPr/>
            <p:nvPr/>
          </p:nvSpPr>
          <p:spPr>
            <a:xfrm>
              <a:off x="5962825" y="3459650"/>
              <a:ext cx="593100" cy="417300"/>
            </a:xfrm>
            <a:prstGeom prst="roundRect">
              <a:avLst>
                <a:gd fmla="val 4234" name="adj"/>
              </a:avLst>
            </a:prstGeom>
            <a:solidFill>
              <a:schemeClr val="accent1"/>
            </a:solidFill>
            <a:ln cap="flat" cmpd="sng" w="21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3000000" dist="108191">
                <a:srgbClr val="000000"/>
              </a:outerShdw>
            </a:effectLst>
          </p:spPr>
          <p:txBody>
            <a:bodyPr anchorCtr="0" anchor="ctr" bIns="103850" lIns="103850" spcFirstLastPara="1" rIns="103850" wrap="square" tIns="10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36"/>
            <p:cNvSpPr/>
            <p:nvPr/>
          </p:nvSpPr>
          <p:spPr>
            <a:xfrm>
              <a:off x="5413875" y="3833075"/>
              <a:ext cx="1691100" cy="118500"/>
            </a:xfrm>
            <a:prstGeom prst="roundRect">
              <a:avLst>
                <a:gd fmla="val 28848" name="adj"/>
              </a:avLst>
            </a:prstGeom>
            <a:solidFill>
              <a:schemeClr val="accent1"/>
            </a:solidFill>
            <a:ln cap="flat" cmpd="sng" w="216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3000000" dist="108191">
                <a:srgbClr val="000000"/>
              </a:outerShdw>
            </a:effectLst>
          </p:spPr>
          <p:txBody>
            <a:bodyPr anchorCtr="0" anchor="ctr" bIns="103850" lIns="103850" spcFirstLastPara="1" rIns="103850" wrap="square" tIns="103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1" name="Google Shape;4991;p36"/>
          <p:cNvSpPr txBox="1"/>
          <p:nvPr>
            <p:ph idx="1" type="body"/>
          </p:nvPr>
        </p:nvSpPr>
        <p:spPr>
          <a:xfrm>
            <a:off x="2863300" y="1398025"/>
            <a:ext cx="3431400" cy="228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 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4992" name="Google Shape;4992;p36"/>
          <p:cNvPicPr preferRelativeResize="0"/>
          <p:nvPr/>
        </p:nvPicPr>
        <p:blipFill rotWithShape="1">
          <a:blip r:embed="rId3">
            <a:alphaModFix/>
          </a:blip>
          <a:srcRect b="27868" l="0" r="0" t="26038"/>
          <a:stretch/>
        </p:blipFill>
        <p:spPr>
          <a:xfrm>
            <a:off x="3131150" y="1798925"/>
            <a:ext cx="2881701" cy="1545651"/>
          </a:xfrm>
          <a:prstGeom prst="rect">
            <a:avLst/>
          </a:prstGeom>
          <a:noFill/>
          <a:ln>
            <a:noFill/>
          </a:ln>
        </p:spPr>
      </p:pic>
      <p:sp>
        <p:nvSpPr>
          <p:cNvPr id="4993" name="Google Shape;4993;p36">
            <a:hlinkClick r:id="rId4"/>
          </p:cNvPr>
          <p:cNvSpPr/>
          <p:nvPr/>
        </p:nvSpPr>
        <p:spPr>
          <a:xfrm>
            <a:off x="3177300" y="2108275"/>
            <a:ext cx="859800" cy="867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994" name="Google Shape;4994;p36">
            <a:hlinkClick r:id="rId5"/>
          </p:cNvPr>
          <p:cNvSpPr/>
          <p:nvPr/>
        </p:nvSpPr>
        <p:spPr>
          <a:xfrm>
            <a:off x="5128550" y="2108275"/>
            <a:ext cx="814800" cy="837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4995" name="Google Shape;4995;p36"/>
          <p:cNvSpPr/>
          <p:nvPr/>
        </p:nvSpPr>
        <p:spPr>
          <a:xfrm>
            <a:off x="4142050" y="2108275"/>
            <a:ext cx="859800" cy="867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9" name="Shape 4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0" name="Google Shape;5000;p37"/>
          <p:cNvSpPr/>
          <p:nvPr/>
        </p:nvSpPr>
        <p:spPr>
          <a:xfrm>
            <a:off x="1472601" y="1137285"/>
            <a:ext cx="6198797" cy="2868930"/>
          </a:xfrm>
          <a:custGeom>
            <a:rect b="b" l="l" r="r" t="t"/>
            <a:pathLst>
              <a:path extrusionOk="0" h="28021" w="60544">
                <a:moveTo>
                  <a:pt x="1828" y="0"/>
                </a:moveTo>
                <a:cubicBezTo>
                  <a:pt x="816" y="0"/>
                  <a:pt x="1" y="816"/>
                  <a:pt x="1" y="1860"/>
                </a:cubicBezTo>
                <a:lnTo>
                  <a:pt x="1" y="26194"/>
                </a:lnTo>
                <a:cubicBezTo>
                  <a:pt x="1" y="27205"/>
                  <a:pt x="816" y="28021"/>
                  <a:pt x="1828" y="28021"/>
                </a:cubicBezTo>
                <a:lnTo>
                  <a:pt x="58684" y="28021"/>
                </a:lnTo>
                <a:cubicBezTo>
                  <a:pt x="59695" y="28021"/>
                  <a:pt x="60543" y="27205"/>
                  <a:pt x="60543" y="26194"/>
                </a:cubicBezTo>
                <a:lnTo>
                  <a:pt x="60543" y="1860"/>
                </a:lnTo>
                <a:cubicBezTo>
                  <a:pt x="60543" y="816"/>
                  <a:pt x="59695" y="0"/>
                  <a:pt x="58684" y="0"/>
                </a:cubicBezTo>
                <a:close/>
              </a:path>
            </a:pathLst>
          </a:cu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318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1" name="Google Shape;5001;p37"/>
          <p:cNvSpPr txBox="1"/>
          <p:nvPr>
            <p:ph type="title"/>
          </p:nvPr>
        </p:nvSpPr>
        <p:spPr>
          <a:xfrm>
            <a:off x="1388100" y="1319250"/>
            <a:ext cx="6367800" cy="25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obotics Technology Thesis by Slidesgo">
  <a:themeElements>
    <a:clrScheme name="Simple Light">
      <a:dk1>
        <a:srgbClr val="FFFFFF"/>
      </a:dk1>
      <a:lt1>
        <a:srgbClr val="0F0F0F"/>
      </a:lt1>
      <a:dk2>
        <a:srgbClr val="B3CEFF"/>
      </a:dk2>
      <a:lt2>
        <a:srgbClr val="58595B"/>
      </a:lt2>
      <a:accent1>
        <a:srgbClr val="A7A9AC"/>
      </a:accent1>
      <a:accent2>
        <a:srgbClr val="D1D3D4"/>
      </a:accent2>
      <a:accent3>
        <a:srgbClr val="F7C459"/>
      </a:accent3>
      <a:accent4>
        <a:srgbClr val="F12C29"/>
      </a:accent4>
      <a:accent5>
        <a:srgbClr val="386BBD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